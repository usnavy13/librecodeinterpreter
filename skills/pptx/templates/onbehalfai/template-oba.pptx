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[TITRE DE LA PRÉSENTATION]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9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[Sous-titre]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3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— [Auteur]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B840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55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[Titre de section]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474720"/>
            <a:ext cx="1828800" cy="54864"/>
          </a:xfrm>
          <a:prstGeom prst="rect">
            <a:avLst/>
          </a:prstGeom>
          <a:solidFill>
            <a:srgbClr val="FB840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3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[Titre du slide]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FB840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clé numéro 1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clé numéro 2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clé numéro 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[Titre deux colonnes]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FB840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>
              <a:gd name="adj" fmla="val 2857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[Colonne gauche]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3200400"/>
          </a:xfrm>
          <a:prstGeom prst="rect">
            <a:avLst>
              <a:gd name="adj" fmla="val 2857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5544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[Colonne droite]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4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7315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[contact@onbehalf.ai]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B840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On Behalf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 Behalf AI</dc:creator>
  <cp:lastModifiedBy>On Behalf AI</cp:lastModifiedBy>
  <cp:revision>1</cp:revision>
  <dcterms:created xsi:type="dcterms:W3CDTF">2026-04-16T19:12:52Z</dcterms:created>
  <dcterms:modified xsi:type="dcterms:W3CDTF">2026-04-16T19:12:52Z</dcterms:modified>
</cp:coreProperties>
</file>