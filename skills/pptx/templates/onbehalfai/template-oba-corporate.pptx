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>
        <p:scale>
          <a:sx n="66" d="100"/>
          <a:sy n="66" d="100"/>
        </p:scale>
        <p:origin x="312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41134"/>
            <a:ext cx="12192000" cy="18168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1254407"/>
            <a:ext cx="7728857" cy="2255555"/>
          </a:xfrm>
        </p:spPr>
        <p:txBody>
          <a:bodyPr anchor="ctr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575404"/>
            <a:ext cx="7728857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3E583545-2E74-1BF4-D73F-15DBD0407FD0}"/>
              </a:ext>
            </a:extLst>
          </p:cNvPr>
          <p:cNvGrpSpPr/>
          <p:nvPr/>
        </p:nvGrpSpPr>
        <p:grpSpPr>
          <a:xfrm>
            <a:off x="-1014731" y="4148137"/>
            <a:ext cx="3482976" cy="2709863"/>
            <a:chOff x="-4746625" y="3772285"/>
            <a:chExt cx="3482976" cy="1775961"/>
          </a:xfrm>
        </p:grpSpPr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0270E12B-43BB-5039-BE9B-B833404EFF97}"/>
                </a:ext>
              </a:extLst>
            </p:cNvPr>
            <p:cNvGrpSpPr/>
            <p:nvPr/>
          </p:nvGrpSpPr>
          <p:grpSpPr>
            <a:xfrm>
              <a:off x="-3732231" y="4361347"/>
              <a:ext cx="2468582" cy="1082875"/>
              <a:chOff x="-3732231" y="4361347"/>
              <a:chExt cx="2468582" cy="1082875"/>
            </a:xfrm>
          </p:grpSpPr>
          <p:sp>
            <p:nvSpPr>
              <p:cNvPr id="94" name="Freeform 3">
                <a:extLst>
                  <a:ext uri="{FF2B5EF4-FFF2-40B4-BE49-F238E27FC236}">
                    <a16:creationId xmlns:a16="http://schemas.microsoft.com/office/drawing/2014/main" id="{7FCC742D-902B-1F61-E75A-51A5B8B6F3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-2615108" y="4056360"/>
                <a:ext cx="1046471" cy="1656446"/>
              </a:xfrm>
              <a:custGeom>
                <a:avLst/>
                <a:gdLst>
                  <a:gd name="connsiteX0" fmla="*/ 0 w 1167493"/>
                  <a:gd name="connsiteY0" fmla="*/ 0 h 1167493"/>
                  <a:gd name="connsiteX1" fmla="*/ 1167493 w 1167493"/>
                  <a:gd name="connsiteY1" fmla="*/ 0 h 1167493"/>
                  <a:gd name="connsiteX2" fmla="*/ 0 w 1167493"/>
                  <a:gd name="connsiteY2" fmla="*/ 1167493 h 1167493"/>
                  <a:gd name="connsiteX3" fmla="*/ 0 w 1167493"/>
                  <a:gd name="connsiteY3" fmla="*/ 0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7493" h="1167493">
                    <a:moveTo>
                      <a:pt x="0" y="0"/>
                    </a:moveTo>
                    <a:lnTo>
                      <a:pt x="1167493" y="0"/>
                    </a:lnTo>
                    <a:cubicBezTo>
                      <a:pt x="522704" y="0"/>
                      <a:pt x="0" y="522704"/>
                      <a:pt x="0" y="11674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36926D0-CBF5-A29C-EC22-C1E62D2B6CA4}"/>
                  </a:ext>
                </a:extLst>
              </p:cNvPr>
              <p:cNvSpPr/>
              <p:nvPr/>
            </p:nvSpPr>
            <p:spPr>
              <a:xfrm>
                <a:off x="-3036994" y="5079898"/>
                <a:ext cx="219975" cy="36432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09EEBC1-7283-509A-4F52-2450E75D86B7}"/>
                  </a:ext>
                </a:extLst>
              </p:cNvPr>
              <p:cNvSpPr/>
              <p:nvPr/>
            </p:nvSpPr>
            <p:spPr>
              <a:xfrm>
                <a:off x="-3732231" y="4363442"/>
                <a:ext cx="812135" cy="2990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00" name="Arc partiel 99">
              <a:extLst>
                <a:ext uri="{FF2B5EF4-FFF2-40B4-BE49-F238E27FC236}">
                  <a16:creationId xmlns:a16="http://schemas.microsoft.com/office/drawing/2014/main" id="{CE95DD58-B666-F487-23E9-250E2D407043}"/>
                </a:ext>
              </a:extLst>
            </p:cNvPr>
            <p:cNvSpPr/>
            <p:nvPr/>
          </p:nvSpPr>
          <p:spPr>
            <a:xfrm>
              <a:off x="-4746625" y="3772285"/>
              <a:ext cx="2028789" cy="1775961"/>
            </a:xfrm>
            <a:prstGeom prst="pie">
              <a:avLst>
                <a:gd name="adj1" fmla="val 0"/>
                <a:gd name="adj2" fmla="val 539792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96EE1DDF-2435-8FB8-FEFC-78FEB189E1DA}"/>
              </a:ext>
            </a:extLst>
          </p:cNvPr>
          <p:cNvSpPr/>
          <p:nvPr/>
        </p:nvSpPr>
        <p:spPr>
          <a:xfrm>
            <a:off x="-454" y="5264222"/>
            <a:ext cx="121932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79ED8D-DDBC-E87A-BE20-D43E3B5F9514}"/>
              </a:ext>
            </a:extLst>
          </p:cNvPr>
          <p:cNvSpPr/>
          <p:nvPr/>
        </p:nvSpPr>
        <p:spPr>
          <a:xfrm>
            <a:off x="-454" y="5662273"/>
            <a:ext cx="121932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7F10F01-A18B-F8D4-0828-6A26769630DF}"/>
              </a:ext>
            </a:extLst>
          </p:cNvPr>
          <p:cNvSpPr/>
          <p:nvPr/>
        </p:nvSpPr>
        <p:spPr>
          <a:xfrm>
            <a:off x="-454" y="6060324"/>
            <a:ext cx="121932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8CB787-D79B-221B-4320-302655E1DFE7}"/>
              </a:ext>
            </a:extLst>
          </p:cNvPr>
          <p:cNvSpPr/>
          <p:nvPr/>
        </p:nvSpPr>
        <p:spPr>
          <a:xfrm>
            <a:off x="-454" y="6458375"/>
            <a:ext cx="121932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D5BD9B1-70FD-0C49-0C3C-409957C2B601}"/>
              </a:ext>
            </a:extLst>
          </p:cNvPr>
          <p:cNvSpPr/>
          <p:nvPr/>
        </p:nvSpPr>
        <p:spPr>
          <a:xfrm>
            <a:off x="1884539" y="5264222"/>
            <a:ext cx="9000000" cy="180000"/>
          </a:xfrm>
          <a:prstGeom prst="rect">
            <a:avLst/>
          </a:prstGeom>
          <a:gradFill flip="none" rotWithShape="1">
            <a:gsLst>
              <a:gs pos="95000">
                <a:schemeClr val="accent2"/>
              </a:gs>
              <a:gs pos="7000">
                <a:schemeClr val="accent2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FFB06CD-7221-0035-0D7E-64A25EBE2D5B}"/>
              </a:ext>
            </a:extLst>
          </p:cNvPr>
          <p:cNvSpPr/>
          <p:nvPr/>
        </p:nvSpPr>
        <p:spPr>
          <a:xfrm>
            <a:off x="1682225" y="5662273"/>
            <a:ext cx="9000000" cy="180000"/>
          </a:xfrm>
          <a:prstGeom prst="rect">
            <a:avLst/>
          </a:prstGeom>
          <a:gradFill flip="none" rotWithShape="1">
            <a:gsLst>
              <a:gs pos="95000">
                <a:schemeClr val="accent2"/>
              </a:gs>
              <a:gs pos="7000">
                <a:schemeClr val="accent2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735DF31-7EA6-780E-32C8-FDAE68F07C7D}"/>
              </a:ext>
            </a:extLst>
          </p:cNvPr>
          <p:cNvSpPr/>
          <p:nvPr/>
        </p:nvSpPr>
        <p:spPr>
          <a:xfrm>
            <a:off x="1479911" y="6060324"/>
            <a:ext cx="9000000" cy="180000"/>
          </a:xfrm>
          <a:prstGeom prst="rect">
            <a:avLst/>
          </a:prstGeom>
          <a:gradFill flip="none" rotWithShape="1">
            <a:gsLst>
              <a:gs pos="95000">
                <a:schemeClr val="accent2"/>
              </a:gs>
              <a:gs pos="7000">
                <a:schemeClr val="accent2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BF3AE92-B134-940D-2648-E8ADB5DB366B}"/>
              </a:ext>
            </a:extLst>
          </p:cNvPr>
          <p:cNvSpPr/>
          <p:nvPr/>
        </p:nvSpPr>
        <p:spPr>
          <a:xfrm>
            <a:off x="1277597" y="6458375"/>
            <a:ext cx="9000000" cy="180000"/>
          </a:xfrm>
          <a:prstGeom prst="rect">
            <a:avLst/>
          </a:prstGeom>
          <a:gradFill flip="none" rotWithShape="1">
            <a:gsLst>
              <a:gs pos="95000">
                <a:schemeClr val="accent2"/>
              </a:gs>
              <a:gs pos="7000">
                <a:schemeClr val="accent2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6" name="Image 225">
            <a:extLst>
              <a:ext uri="{FF2B5EF4-FFF2-40B4-BE49-F238E27FC236}">
                <a16:creationId xmlns:a16="http://schemas.microsoft.com/office/drawing/2014/main" id="{9702F647-1F16-BE94-FDCB-E401C03EFF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67" b="99556" l="8949" r="100000">
                        <a14:foregroundMark x1="77898" y1="60533" x2="95797" y2="60533"/>
                        <a14:foregroundMark x1="81559" y1="49778" x2="95661" y2="48889"/>
                        <a14:foregroundMark x1="82712" y1="38756" x2="93220" y2="37689"/>
                        <a14:foregroundMark x1="90305" y1="29778" x2="99932" y2="28267"/>
                        <a14:foregroundMark x1="92271" y1="20089" x2="92271" y2="20089"/>
                        <a14:foregroundMark x1="46847" y1="92889" x2="85288" y2="89333"/>
                        <a14:foregroundMark x1="85288" y1="89333" x2="93220" y2="89333"/>
                        <a14:foregroundMark x1="37017" y1="96889" x2="83051" y2="96089"/>
                        <a14:foregroundMark x1="32814" y1="97156" x2="56542" y2="96089"/>
                        <a14:foregroundMark x1="81288" y1="94844" x2="90915" y2="92889"/>
                        <a14:foregroundMark x1="90915" y1="92889" x2="97966" y2="72978"/>
                        <a14:foregroundMark x1="97966" y1="72978" x2="82169" y2="81778"/>
                        <a14:foregroundMark x1="82169" y1="81778" x2="91186" y2="74578"/>
                        <a14:foregroundMark x1="91186" y1="74578" x2="76271" y2="85067"/>
                        <a14:foregroundMark x1="76271" y1="85067" x2="73559" y2="76267"/>
                        <a14:foregroundMark x1="73559" y1="76267" x2="66237" y2="74933"/>
                        <a14:foregroundMark x1="66237" y1="74933" x2="56746" y2="87822"/>
                        <a14:foregroundMark x1="83390" y1="56533" x2="89627" y2="32889"/>
                        <a14:foregroundMark x1="89627" y1="32889" x2="98169" y2="46489"/>
                        <a14:foregroundMark x1="99932" y1="42311" x2="98169" y2="46400"/>
                        <a14:foregroundMark x1="81559" y1="31289" x2="73492" y2="52089"/>
                        <a14:foregroundMark x1="99932" y1="6933" x2="94034" y2="12800"/>
                        <a14:foregroundMark x1="85763" y1="12711" x2="98034" y2="6133"/>
                        <a14:foregroundMark x1="29153" y1="96711" x2="48000" y2="92711"/>
                        <a14:foregroundMark x1="99932" y1="94489" x2="94508" y2="95111"/>
                        <a14:foregroundMark x1="99797" y1="96000" x2="99932" y2="96000"/>
                        <a14:foregroundMark x1="18305" y1="98844" x2="32000" y2="98400"/>
                        <a14:foregroundMark x1="8949" y1="99644" x2="18508" y2="99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9547" y="5046963"/>
            <a:ext cx="3212454" cy="1811037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A2168D66-9FFC-D675-AE99-70BAAED281A7}"/>
              </a:ext>
            </a:extLst>
          </p:cNvPr>
          <p:cNvGrpSpPr/>
          <p:nvPr/>
        </p:nvGrpSpPr>
        <p:grpSpPr>
          <a:xfrm>
            <a:off x="10135978" y="107344"/>
            <a:ext cx="1680001" cy="1919635"/>
            <a:chOff x="10135978" y="107344"/>
            <a:chExt cx="1680001" cy="1919635"/>
          </a:xfrm>
        </p:grpSpPr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4B0EC05C-4B2D-D0A0-BD62-7315EC553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81741" y="107344"/>
              <a:ext cx="1234195" cy="1316632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8819440-3944-2732-C1D0-B01D719B618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35978" y="1472815"/>
              <a:ext cx="1680001" cy="554164"/>
              <a:chOff x="3390538" y="2412029"/>
              <a:chExt cx="8656955" cy="2855579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F5DC7BAD-14CA-B408-E990-814DAAD196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screen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90538" y="2412029"/>
                <a:ext cx="8656955" cy="2065080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2368F6D-0272-285A-1CCC-671A65A876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clrChange>
                  <a:clrFrom>
                    <a:srgbClr val="FBFCFD"/>
                  </a:clrFrom>
                  <a:clrTo>
                    <a:srgbClr val="FBFC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90538" y="4489758"/>
                <a:ext cx="8656955" cy="777850"/>
              </a:xfrm>
              <a:prstGeom prst="rect">
                <a:avLst/>
              </a:prstGeom>
            </p:spPr>
          </p:pic>
        </p:grpSp>
      </p:grpSp>
      <p:sp>
        <p:nvSpPr>
          <p:cNvPr id="75" name="Date Placeholder 74">
            <a:extLst>
              <a:ext uri="{FF2B5EF4-FFF2-40B4-BE49-F238E27FC236}">
                <a16:creationId xmlns:a16="http://schemas.microsoft.com/office/drawing/2014/main" id="{809F1DD0-6FAC-6F10-2498-185139DB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7493" y="4724779"/>
            <a:ext cx="2743200" cy="2635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1307" y="1800293"/>
            <a:ext cx="6220278" cy="3257414"/>
          </a:xfrm>
        </p:spPr>
        <p:txBody>
          <a:bodyPr anchor="ctr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62975" y="1057039"/>
            <a:ext cx="3409950" cy="5029436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F3FA450-7E2A-D341-84B6-048057DB83CE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196B1-4E62-FB98-7293-5B16208EDA3F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D6BA65A-B962-7796-6DB0-7A3B1EA6649E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DB8CBD8E-6AC7-834C-FE4C-6DA5258BC180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5" name="Freeform 3">
                  <a:extLst>
                    <a:ext uri="{FF2B5EF4-FFF2-40B4-BE49-F238E27FC236}">
                      <a16:creationId xmlns:a16="http://schemas.microsoft.com/office/drawing/2014/main" id="{620D6660-A107-F35E-E043-6AE2257D39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5198D87-696C-0772-B31E-4515BA595979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B924624-A166-90FF-AB75-957EB616A14D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4" name="Arc partiel 23">
                <a:extLst>
                  <a:ext uri="{FF2B5EF4-FFF2-40B4-BE49-F238E27FC236}">
                    <a16:creationId xmlns:a16="http://schemas.microsoft.com/office/drawing/2014/main" id="{717BD5F8-BCA2-A83B-FB71-18655B3B35F0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C0A3B7-8C27-8F25-03C2-DABB174AC70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1BA80-CC55-DD98-E441-338821ACEDDD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0410A4-2CAE-172B-A65F-E5C8B3567F1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0CE798-B5D4-9E9C-3658-D94517F644DA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" name="Graphique 5">
            <a:extLst>
              <a:ext uri="{FF2B5EF4-FFF2-40B4-BE49-F238E27FC236}">
                <a16:creationId xmlns:a16="http://schemas.microsoft.com/office/drawing/2014/main" id="{26A03C5B-0F89-A4CE-C492-90D4F283D6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85000225-56DD-FCF4-BB24-470722E5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34E1717-E718-CA57-EDC8-02934115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53917-9722-4019-A5D3-FEF1C85DD60A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1307" y="1800293"/>
            <a:ext cx="6220278" cy="3257414"/>
          </a:xfrm>
        </p:spPr>
        <p:txBody>
          <a:bodyPr anchor="ctr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F3FA450-7E2A-D341-84B6-048057DB83CE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196B1-4E62-FB98-7293-5B16208EDA3F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D6BA65A-B962-7796-6DB0-7A3B1EA6649E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DB8CBD8E-6AC7-834C-FE4C-6DA5258BC180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5" name="Freeform 3">
                  <a:extLst>
                    <a:ext uri="{FF2B5EF4-FFF2-40B4-BE49-F238E27FC236}">
                      <a16:creationId xmlns:a16="http://schemas.microsoft.com/office/drawing/2014/main" id="{620D6660-A107-F35E-E043-6AE2257D39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5198D87-696C-0772-B31E-4515BA595979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B924624-A166-90FF-AB75-957EB616A14D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4" name="Arc partiel 23">
                <a:extLst>
                  <a:ext uri="{FF2B5EF4-FFF2-40B4-BE49-F238E27FC236}">
                    <a16:creationId xmlns:a16="http://schemas.microsoft.com/office/drawing/2014/main" id="{717BD5F8-BCA2-A83B-FB71-18655B3B35F0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C0A3B7-8C27-8F25-03C2-DABB174AC70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1BA80-CC55-DD98-E441-338821ACEDDD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0410A4-2CAE-172B-A65F-E5C8B3567F1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0CE798-B5D4-9E9C-3658-D94517F644DA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85000225-56DD-FCF4-BB24-470722E5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34E1717-E718-CA57-EDC8-02934115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B07D-8D9C-47AB-AB2F-B8AC38FA3791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F3EA466-9E9F-829B-0D90-CD9C7F4758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82025" y="1152525"/>
            <a:ext cx="3305175" cy="50292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8AAA49C-F952-3DE5-7879-26872F3C7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5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57414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F3FA450-7E2A-D341-84B6-048057DB83CE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196B1-4E62-FB98-7293-5B16208EDA3F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D6BA65A-B962-7796-6DB0-7A3B1EA6649E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DB8CBD8E-6AC7-834C-FE4C-6DA5258BC180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5" name="Freeform 3">
                  <a:extLst>
                    <a:ext uri="{FF2B5EF4-FFF2-40B4-BE49-F238E27FC236}">
                      <a16:creationId xmlns:a16="http://schemas.microsoft.com/office/drawing/2014/main" id="{620D6660-A107-F35E-E043-6AE2257D39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5198D87-696C-0772-B31E-4515BA595979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B924624-A166-90FF-AB75-957EB616A14D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4" name="Arc partiel 23">
                <a:extLst>
                  <a:ext uri="{FF2B5EF4-FFF2-40B4-BE49-F238E27FC236}">
                    <a16:creationId xmlns:a16="http://schemas.microsoft.com/office/drawing/2014/main" id="{717BD5F8-BCA2-A83B-FB71-18655B3B35F0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C0A3B7-8C27-8F25-03C2-DABB174AC70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1BA80-CC55-DD98-E441-338821ACEDDD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0410A4-2CAE-172B-A65F-E5C8B3567F1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0CE798-B5D4-9E9C-3658-D94517F644DA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85000225-56DD-FCF4-BB24-470722E5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34E1717-E718-CA57-EDC8-02934115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717A-A874-4038-9339-60758A020D9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DD60EA-C352-7FB8-15DE-0B309C400B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43925" y="1200150"/>
            <a:ext cx="3429000" cy="474345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E472809-2154-EAC8-4C60-6AFB4EDDD0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96EE098-7B94-2D91-111D-210A29151A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AACF201D-4711-8C6B-D684-6EFC51E4FDE1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636F01-CFE9-CD91-3B42-838B8EE29370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340E60B7-5656-7955-D0C2-0245A1D7228C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6CD34459-4C19-1967-5185-F4133E3D3E8B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19" name="Freeform 3">
                  <a:extLst>
                    <a:ext uri="{FF2B5EF4-FFF2-40B4-BE49-F238E27FC236}">
                      <a16:creationId xmlns:a16="http://schemas.microsoft.com/office/drawing/2014/main" id="{E9DB30CD-FA01-EA42-9F68-F47A5B27A3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26E1270-C269-96C9-08B6-4490D728CB1D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8814B1F-EA39-446D-FBD0-120677413810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8" name="Arc partiel 17">
                <a:extLst>
                  <a:ext uri="{FF2B5EF4-FFF2-40B4-BE49-F238E27FC236}">
                    <a16:creationId xmlns:a16="http://schemas.microsoft.com/office/drawing/2014/main" id="{9D7BAE94-0B9E-F263-2E2B-D5E0237DC82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4D99E6-9734-190D-78B7-1E0ABAF6D76F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C3B38B-C8E3-4AD3-6835-4F8358893742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495540-732B-7276-2B08-4B983172A761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F732E0-5865-BE03-7760-0F7C5AE1CE8F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2" name="Content Placeholder 2">
            <a:extLst>
              <a:ext uri="{FF2B5EF4-FFF2-40B4-BE49-F238E27FC236}">
                <a16:creationId xmlns:a16="http://schemas.microsoft.com/office/drawing/2014/main" id="{E71F9875-4C4B-4E1C-F210-55D07ADEA7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8357" y="1849601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1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6A4C75E8-3980-65BC-6379-69E0ED7B81A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28357" y="2624858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2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EF36C4D2-2659-AA23-5D60-348ABF0D272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228357" y="3400115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3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3F289E6-01EC-116E-8245-D577C571719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228357" y="4175372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4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DABB688F-B730-6DDA-D1CD-7F92B5D78AB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28357" y="4950629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5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3DA0BA82-74AB-F3B3-2ABE-EA58CB4650E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357" y="5725886"/>
            <a:ext cx="8411193" cy="695887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Section 6</a:t>
            </a:r>
          </a:p>
        </p:txBody>
      </p:sp>
      <p:sp>
        <p:nvSpPr>
          <p:cNvPr id="178" name="Date Placeholder 177">
            <a:extLst>
              <a:ext uri="{FF2B5EF4-FFF2-40B4-BE49-F238E27FC236}">
                <a16:creationId xmlns:a16="http://schemas.microsoft.com/office/drawing/2014/main" id="{E230D44A-8302-46A8-F480-F7E47FA632D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0" name="Slide Number Placeholder 179">
            <a:extLst>
              <a:ext uri="{FF2B5EF4-FFF2-40B4-BE49-F238E27FC236}">
                <a16:creationId xmlns:a16="http://schemas.microsoft.com/office/drawing/2014/main" id="{9540FE9D-9CD4-57E6-A7F3-D67B56421B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3C57D3A-F863-449E-BEF8-A769A5744FF0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82" name="Connecteur droit 31">
            <a:extLst>
              <a:ext uri="{FF2B5EF4-FFF2-40B4-BE49-F238E27FC236}">
                <a16:creationId xmlns:a16="http://schemas.microsoft.com/office/drawing/2014/main" id="{7649E1D4-AA0B-5E47-53B8-7226B16192A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>
            <a:extLst>
              <a:ext uri="{FF2B5EF4-FFF2-40B4-BE49-F238E27FC236}">
                <a16:creationId xmlns:a16="http://schemas.microsoft.com/office/drawing/2014/main" id="{58E9E0A5-E5D4-A6A7-7BFF-D0C35E37824B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1826894"/>
            <a:ext cx="823251" cy="692872"/>
            <a:chOff x="8339799" y="1827920"/>
            <a:chExt cx="3513965" cy="2957455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5F77C109-F61D-3E6A-55E6-6C23976A871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772F9805-5E20-5A27-8C56-3CB267A33AF8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86D6970-F1E0-6B30-6F65-7F63A7AD4F7A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DEFD4F0-7481-C287-291F-0D284BEE0BEF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9" name="Rectangle 12">
                <a:extLst>
                  <a:ext uri="{FF2B5EF4-FFF2-40B4-BE49-F238E27FC236}">
                    <a16:creationId xmlns:a16="http://schemas.microsoft.com/office/drawing/2014/main" id="{48112204-C55E-D788-CF0C-91EB3DFFAD45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C7B41696-5704-80D3-34DE-F06AE861397A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84EBD29E-2C96-D64F-7615-BFBB417F70A7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9ACFAC83-C3AF-DA78-92C8-4D2644406DC9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1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32970CD2-6495-0B45-A4B1-CF6FD95C7E22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2608703"/>
            <a:ext cx="823251" cy="692872"/>
            <a:chOff x="8339799" y="1827920"/>
            <a:chExt cx="3513965" cy="2957455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9557DA75-EF85-AE8D-089B-43E2AE22D8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5CDC184D-360E-86DB-2863-D096D6104409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05600857-AB4B-16E3-754F-C65F83934C10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A9A61689-85EC-F7EA-50B0-46FCDB71887E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0" name="Rectangle 12">
                <a:extLst>
                  <a:ext uri="{FF2B5EF4-FFF2-40B4-BE49-F238E27FC236}">
                    <a16:creationId xmlns:a16="http://schemas.microsoft.com/office/drawing/2014/main" id="{011730C9-1D8C-0D7A-32D1-77B02D58CFBA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1" name="Rectangle 13">
                <a:extLst>
                  <a:ext uri="{FF2B5EF4-FFF2-40B4-BE49-F238E27FC236}">
                    <a16:creationId xmlns:a16="http://schemas.microsoft.com/office/drawing/2014/main" id="{B8F7269C-005D-40EA-E8AB-27C510FD9188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2" name="Rectangle 14">
                <a:extLst>
                  <a:ext uri="{FF2B5EF4-FFF2-40B4-BE49-F238E27FC236}">
                    <a16:creationId xmlns:a16="http://schemas.microsoft.com/office/drawing/2014/main" id="{39191C68-841F-7E16-5350-CC3D833E9715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A64D5213-CF03-2564-109B-08A4FE84606B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2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ED518550-B079-48BC-A63C-C2D4A0000754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3390512"/>
            <a:ext cx="823251" cy="692872"/>
            <a:chOff x="8339799" y="1827920"/>
            <a:chExt cx="3513965" cy="2957455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415BAE8A-DA15-87AE-541A-12A86EEC31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2D4182A2-F351-16D7-CEC9-971DB62B00F0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7" name="Rectangle 6">
                <a:extLst>
                  <a:ext uri="{FF2B5EF4-FFF2-40B4-BE49-F238E27FC236}">
                    <a16:creationId xmlns:a16="http://schemas.microsoft.com/office/drawing/2014/main" id="{212AB14E-6882-28E4-6DE7-C07BF7A53157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3C5A092B-EF5A-F133-B979-1FCC535C057B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39" name="Rectangle 12">
                <a:extLst>
                  <a:ext uri="{FF2B5EF4-FFF2-40B4-BE49-F238E27FC236}">
                    <a16:creationId xmlns:a16="http://schemas.microsoft.com/office/drawing/2014/main" id="{E7B5444B-9C1C-F118-A160-54E6456980AE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0" name="Rectangle 13">
                <a:extLst>
                  <a:ext uri="{FF2B5EF4-FFF2-40B4-BE49-F238E27FC236}">
                    <a16:creationId xmlns:a16="http://schemas.microsoft.com/office/drawing/2014/main" id="{C7FD74BE-E812-85A5-7D4A-AF942B6B47A1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1" name="Rectangle 14">
                <a:extLst>
                  <a:ext uri="{FF2B5EF4-FFF2-40B4-BE49-F238E27FC236}">
                    <a16:creationId xmlns:a16="http://schemas.microsoft.com/office/drawing/2014/main" id="{632BEEA3-C895-2E22-9BA3-65438E09E219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EB828423-9E1C-8E9A-4EB4-738DCDCF2325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3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9C8C7689-64A1-772D-D723-4F6A9F8B4D6D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4172321"/>
            <a:ext cx="823251" cy="692872"/>
            <a:chOff x="8339799" y="1827920"/>
            <a:chExt cx="3513965" cy="2957455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EDC4E51F-9E0E-F638-17A6-343EF26247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45" name="Rectangle 5">
                <a:extLst>
                  <a:ext uri="{FF2B5EF4-FFF2-40B4-BE49-F238E27FC236}">
                    <a16:creationId xmlns:a16="http://schemas.microsoft.com/office/drawing/2014/main" id="{DBBF41B1-E30B-7F0C-246F-1BDF4D2E20A8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6" name="Rectangle 6">
                <a:extLst>
                  <a:ext uri="{FF2B5EF4-FFF2-40B4-BE49-F238E27FC236}">
                    <a16:creationId xmlns:a16="http://schemas.microsoft.com/office/drawing/2014/main" id="{2633F1F1-0FA1-5240-A7CF-332DDF93D1FF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7" name="Rectangle 7">
                <a:extLst>
                  <a:ext uri="{FF2B5EF4-FFF2-40B4-BE49-F238E27FC236}">
                    <a16:creationId xmlns:a16="http://schemas.microsoft.com/office/drawing/2014/main" id="{0CD28CB6-7A96-06C5-F469-3A05AFB868CE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8" name="Rectangle 12">
                <a:extLst>
                  <a:ext uri="{FF2B5EF4-FFF2-40B4-BE49-F238E27FC236}">
                    <a16:creationId xmlns:a16="http://schemas.microsoft.com/office/drawing/2014/main" id="{9CE85804-FBEB-6609-9EA3-65359E035D61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49" name="Rectangle 13">
                <a:extLst>
                  <a:ext uri="{FF2B5EF4-FFF2-40B4-BE49-F238E27FC236}">
                    <a16:creationId xmlns:a16="http://schemas.microsoft.com/office/drawing/2014/main" id="{B901F977-6460-238A-A8F1-EE034D2CE587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0" name="Rectangle 14">
                <a:extLst>
                  <a:ext uri="{FF2B5EF4-FFF2-40B4-BE49-F238E27FC236}">
                    <a16:creationId xmlns:a16="http://schemas.microsoft.com/office/drawing/2014/main" id="{A5D6DD32-B6B7-7902-9E5B-3C649929BD75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194F04BA-43EC-0087-2FEB-A5FF09A50C1C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4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2CC2254A-C5CD-9C1C-819B-08F4B3BD99E7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4954130"/>
            <a:ext cx="823251" cy="692872"/>
            <a:chOff x="8339799" y="1827920"/>
            <a:chExt cx="3513965" cy="2957455"/>
          </a:xfrm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5C0CECD9-8EA6-3970-EBCF-4603DB418B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54" name="Rectangle 5">
                <a:extLst>
                  <a:ext uri="{FF2B5EF4-FFF2-40B4-BE49-F238E27FC236}">
                    <a16:creationId xmlns:a16="http://schemas.microsoft.com/office/drawing/2014/main" id="{EA052040-AB4B-6886-9553-FD0A2A4023DF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5" name="Rectangle 6">
                <a:extLst>
                  <a:ext uri="{FF2B5EF4-FFF2-40B4-BE49-F238E27FC236}">
                    <a16:creationId xmlns:a16="http://schemas.microsoft.com/office/drawing/2014/main" id="{2E6F0CB2-113C-3F79-4B52-3BBC35933398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6" name="Rectangle 7">
                <a:extLst>
                  <a:ext uri="{FF2B5EF4-FFF2-40B4-BE49-F238E27FC236}">
                    <a16:creationId xmlns:a16="http://schemas.microsoft.com/office/drawing/2014/main" id="{0C0498C2-7D0F-D248-7C8C-E08EF390E588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7" name="Rectangle 12">
                <a:extLst>
                  <a:ext uri="{FF2B5EF4-FFF2-40B4-BE49-F238E27FC236}">
                    <a16:creationId xmlns:a16="http://schemas.microsoft.com/office/drawing/2014/main" id="{569C160F-61EB-766C-1E19-FE5E96928799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8" name="Rectangle 13">
                <a:extLst>
                  <a:ext uri="{FF2B5EF4-FFF2-40B4-BE49-F238E27FC236}">
                    <a16:creationId xmlns:a16="http://schemas.microsoft.com/office/drawing/2014/main" id="{09146205-810C-D39D-C1A5-8F2BD6ED4D37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59" name="Rectangle 14">
                <a:extLst>
                  <a:ext uri="{FF2B5EF4-FFF2-40B4-BE49-F238E27FC236}">
                    <a16:creationId xmlns:a16="http://schemas.microsoft.com/office/drawing/2014/main" id="{88544067-CF7A-2FEB-F695-D2C472023CF0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2E27DDC8-2A13-61AC-96B7-CB53F9CA6A87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5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A3D70395-B4F8-B040-E268-90946016D18D}"/>
              </a:ext>
            </a:extLst>
          </p:cNvPr>
          <p:cNvGrpSpPr>
            <a:grpSpLocks noChangeAspect="1"/>
          </p:cNvGrpSpPr>
          <p:nvPr/>
        </p:nvGrpSpPr>
        <p:grpSpPr>
          <a:xfrm>
            <a:off x="2266687" y="5735939"/>
            <a:ext cx="823251" cy="692872"/>
            <a:chOff x="8339799" y="1827920"/>
            <a:chExt cx="3513965" cy="2957455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B3C4B304-B32A-D5B1-EF35-E0D9D3DC7D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39799" y="1827920"/>
              <a:ext cx="3513965" cy="2957455"/>
              <a:chOff x="3983699" y="826530"/>
              <a:chExt cx="4908960" cy="4131523"/>
            </a:xfrm>
          </p:grpSpPr>
          <p:sp>
            <p:nvSpPr>
              <p:cNvPr id="63" name="Rectangle 5">
                <a:extLst>
                  <a:ext uri="{FF2B5EF4-FFF2-40B4-BE49-F238E27FC236}">
                    <a16:creationId xmlns:a16="http://schemas.microsoft.com/office/drawing/2014/main" id="{8ED6B7C8-2E23-C536-7E0F-832C547A8B21}"/>
                  </a:ext>
                </a:extLst>
              </p:cNvPr>
              <p:cNvSpPr/>
              <p:nvPr/>
            </p:nvSpPr>
            <p:spPr>
              <a:xfrm rot="2024138">
                <a:off x="5252223" y="826530"/>
                <a:ext cx="1158353" cy="692499"/>
              </a:xfrm>
              <a:custGeom>
                <a:avLst/>
                <a:gdLst>
                  <a:gd name="connsiteX0" fmla="*/ 0 w 2162882"/>
                  <a:gd name="connsiteY0" fmla="*/ 0 h 691543"/>
                  <a:gd name="connsiteX1" fmla="*/ 2162882 w 2162882"/>
                  <a:gd name="connsiteY1" fmla="*/ 0 h 691543"/>
                  <a:gd name="connsiteX2" fmla="*/ 2162882 w 2162882"/>
                  <a:gd name="connsiteY2" fmla="*/ 691543 h 691543"/>
                  <a:gd name="connsiteX3" fmla="*/ 0 w 2162882"/>
                  <a:gd name="connsiteY3" fmla="*/ 691543 h 691543"/>
                  <a:gd name="connsiteX4" fmla="*/ 0 w 2162882"/>
                  <a:gd name="connsiteY4" fmla="*/ 0 h 691543"/>
                  <a:gd name="connsiteX0" fmla="*/ 1004529 w 2162882"/>
                  <a:gd name="connsiteY0" fmla="*/ 0 h 692343"/>
                  <a:gd name="connsiteX1" fmla="*/ 2162882 w 2162882"/>
                  <a:gd name="connsiteY1" fmla="*/ 800 h 692343"/>
                  <a:gd name="connsiteX2" fmla="*/ 2162882 w 2162882"/>
                  <a:gd name="connsiteY2" fmla="*/ 692343 h 692343"/>
                  <a:gd name="connsiteX3" fmla="*/ 0 w 2162882"/>
                  <a:gd name="connsiteY3" fmla="*/ 692343 h 692343"/>
                  <a:gd name="connsiteX4" fmla="*/ 1004529 w 2162882"/>
                  <a:gd name="connsiteY4" fmla="*/ 0 h 692343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1158353 w 1158353"/>
                  <a:gd name="connsiteY2" fmla="*/ 692343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  <a:gd name="connsiteX0" fmla="*/ 0 w 1158353"/>
                  <a:gd name="connsiteY0" fmla="*/ 0 h 692499"/>
                  <a:gd name="connsiteX1" fmla="*/ 1158353 w 1158353"/>
                  <a:gd name="connsiteY1" fmla="*/ 800 h 692499"/>
                  <a:gd name="connsiteX2" fmla="*/ 845965 w 1158353"/>
                  <a:gd name="connsiteY2" fmla="*/ 691931 h 692499"/>
                  <a:gd name="connsiteX3" fmla="*/ 461648 w 1158353"/>
                  <a:gd name="connsiteY3" fmla="*/ 692499 h 692499"/>
                  <a:gd name="connsiteX4" fmla="*/ 0 w 1158353"/>
                  <a:gd name="connsiteY4" fmla="*/ 0 h 69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353" h="692499">
                    <a:moveTo>
                      <a:pt x="0" y="0"/>
                    </a:moveTo>
                    <a:lnTo>
                      <a:pt x="1158353" y="800"/>
                    </a:lnTo>
                    <a:lnTo>
                      <a:pt x="845965" y="691931"/>
                    </a:lnTo>
                    <a:lnTo>
                      <a:pt x="461648" y="692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64" name="Rectangle 6">
                <a:extLst>
                  <a:ext uri="{FF2B5EF4-FFF2-40B4-BE49-F238E27FC236}">
                    <a16:creationId xmlns:a16="http://schemas.microsoft.com/office/drawing/2014/main" id="{E4C4EA6D-DE2D-30FF-98FA-CA37F2E76170}"/>
                  </a:ext>
                </a:extLst>
              </p:cNvPr>
              <p:cNvSpPr/>
              <p:nvPr/>
            </p:nvSpPr>
            <p:spPr>
              <a:xfrm rot="2021787">
                <a:off x="4427606" y="3216491"/>
                <a:ext cx="1827893" cy="692086"/>
              </a:xfrm>
              <a:custGeom>
                <a:avLst/>
                <a:gdLst>
                  <a:gd name="connsiteX0" fmla="*/ 0 w 2098673"/>
                  <a:gd name="connsiteY0" fmla="*/ 0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0 w 2098673"/>
                  <a:gd name="connsiteY4" fmla="*/ 0 h 691543"/>
                  <a:gd name="connsiteX0" fmla="*/ 495991 w 2098673"/>
                  <a:gd name="connsiteY0" fmla="*/ 1266 h 691543"/>
                  <a:gd name="connsiteX1" fmla="*/ 2098673 w 2098673"/>
                  <a:gd name="connsiteY1" fmla="*/ 0 h 691543"/>
                  <a:gd name="connsiteX2" fmla="*/ 2098673 w 2098673"/>
                  <a:gd name="connsiteY2" fmla="*/ 691543 h 691543"/>
                  <a:gd name="connsiteX3" fmla="*/ 0 w 2098673"/>
                  <a:gd name="connsiteY3" fmla="*/ 691543 h 691543"/>
                  <a:gd name="connsiteX4" fmla="*/ 495991 w 2098673"/>
                  <a:gd name="connsiteY4" fmla="*/ 1266 h 691543"/>
                  <a:gd name="connsiteX0" fmla="*/ 312389 w 1915071"/>
                  <a:gd name="connsiteY0" fmla="*/ 1266 h 692183"/>
                  <a:gd name="connsiteX1" fmla="*/ 1915071 w 1915071"/>
                  <a:gd name="connsiteY1" fmla="*/ 0 h 692183"/>
                  <a:gd name="connsiteX2" fmla="*/ 1915071 w 1915071"/>
                  <a:gd name="connsiteY2" fmla="*/ 691543 h 692183"/>
                  <a:gd name="connsiteX3" fmla="*/ 0 w 1915071"/>
                  <a:gd name="connsiteY3" fmla="*/ 692183 h 692183"/>
                  <a:gd name="connsiteX4" fmla="*/ 312389 w 1915071"/>
                  <a:gd name="connsiteY4" fmla="*/ 1266 h 692183"/>
                  <a:gd name="connsiteX0" fmla="*/ 312389 w 1915071"/>
                  <a:gd name="connsiteY0" fmla="*/ 0 h 690917"/>
                  <a:gd name="connsiteX1" fmla="*/ 1362943 w 1915071"/>
                  <a:gd name="connsiteY1" fmla="*/ 557 h 690917"/>
                  <a:gd name="connsiteX2" fmla="*/ 1915071 w 1915071"/>
                  <a:gd name="connsiteY2" fmla="*/ 690277 h 690917"/>
                  <a:gd name="connsiteX3" fmla="*/ 0 w 1915071"/>
                  <a:gd name="connsiteY3" fmla="*/ 690917 h 690917"/>
                  <a:gd name="connsiteX4" fmla="*/ 312389 w 1915071"/>
                  <a:gd name="connsiteY4" fmla="*/ 0 h 690917"/>
                  <a:gd name="connsiteX0" fmla="*/ 312389 w 1827893"/>
                  <a:gd name="connsiteY0" fmla="*/ 0 h 690917"/>
                  <a:gd name="connsiteX1" fmla="*/ 1362943 w 1827893"/>
                  <a:gd name="connsiteY1" fmla="*/ 557 h 690917"/>
                  <a:gd name="connsiteX2" fmla="*/ 1827893 w 1827893"/>
                  <a:gd name="connsiteY2" fmla="*/ 688306 h 690917"/>
                  <a:gd name="connsiteX3" fmla="*/ 0 w 1827893"/>
                  <a:gd name="connsiteY3" fmla="*/ 690917 h 690917"/>
                  <a:gd name="connsiteX4" fmla="*/ 312389 w 1827893"/>
                  <a:gd name="connsiteY4" fmla="*/ 0 h 690917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0 w 1827893"/>
                  <a:gd name="connsiteY4" fmla="*/ 692086 h 692086"/>
                  <a:gd name="connsiteX5" fmla="*/ 312389 w 1827893"/>
                  <a:gd name="connsiteY5" fmla="*/ 1169 h 692086"/>
                  <a:gd name="connsiteX0" fmla="*/ 312389 w 1827893"/>
                  <a:gd name="connsiteY0" fmla="*/ 1169 h 692086"/>
                  <a:gd name="connsiteX1" fmla="*/ 1329544 w 1827893"/>
                  <a:gd name="connsiteY1" fmla="*/ 0 h 692086"/>
                  <a:gd name="connsiteX2" fmla="*/ 1362943 w 1827893"/>
                  <a:gd name="connsiteY2" fmla="*/ 1726 h 692086"/>
                  <a:gd name="connsiteX3" fmla="*/ 1827893 w 1827893"/>
                  <a:gd name="connsiteY3" fmla="*/ 689475 h 692086"/>
                  <a:gd name="connsiteX4" fmla="*/ 1772115 w 1827893"/>
                  <a:gd name="connsiteY4" fmla="*/ 689450 h 692086"/>
                  <a:gd name="connsiteX5" fmla="*/ 0 w 1827893"/>
                  <a:gd name="connsiteY5" fmla="*/ 692086 h 692086"/>
                  <a:gd name="connsiteX6" fmla="*/ 312389 w 1827893"/>
                  <a:gd name="connsiteY6" fmla="*/ 1169 h 692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7893" h="692086">
                    <a:moveTo>
                      <a:pt x="312389" y="1169"/>
                    </a:moveTo>
                    <a:lnTo>
                      <a:pt x="1329544" y="0"/>
                    </a:lnTo>
                    <a:lnTo>
                      <a:pt x="1362943" y="1726"/>
                    </a:lnTo>
                    <a:lnTo>
                      <a:pt x="1827893" y="689475"/>
                    </a:lnTo>
                    <a:cubicBezTo>
                      <a:pt x="1812382" y="688365"/>
                      <a:pt x="1787626" y="690560"/>
                      <a:pt x="1772115" y="689450"/>
                    </a:cubicBezTo>
                    <a:lnTo>
                      <a:pt x="0" y="692086"/>
                    </a:lnTo>
                    <a:lnTo>
                      <a:pt x="312389" y="1169"/>
                    </a:lnTo>
                    <a:close/>
                  </a:path>
                </a:pathLst>
              </a:custGeom>
              <a:solidFill>
                <a:srgbClr val="FB840D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65" name="Rectangle 7">
                <a:extLst>
                  <a:ext uri="{FF2B5EF4-FFF2-40B4-BE49-F238E27FC236}">
                    <a16:creationId xmlns:a16="http://schemas.microsoft.com/office/drawing/2014/main" id="{DEDAAECB-9C3C-2326-4686-0D2C99C0D82B}"/>
                  </a:ext>
                </a:extLst>
              </p:cNvPr>
              <p:cNvSpPr/>
              <p:nvPr/>
            </p:nvSpPr>
            <p:spPr>
              <a:xfrm rot="19676693">
                <a:off x="3983699" y="1926384"/>
                <a:ext cx="2927349" cy="695083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0 w 2927349"/>
                  <a:gd name="connsiteY0" fmla="*/ 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0 w 2927349"/>
                  <a:gd name="connsiteY4" fmla="*/ 0 h 693191"/>
                  <a:gd name="connsiteX0" fmla="*/ 450049 w 2927349"/>
                  <a:gd name="connsiteY0" fmla="*/ 3672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50049 w 2927349"/>
                  <a:gd name="connsiteY4" fmla="*/ 3672 h 693191"/>
                  <a:gd name="connsiteX0" fmla="*/ 437430 w 2927349"/>
                  <a:gd name="connsiteY0" fmla="*/ 1389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37430 w 2927349"/>
                  <a:gd name="connsiteY4" fmla="*/ 1389 h 693191"/>
                  <a:gd name="connsiteX0" fmla="*/ 426830 w 2927349"/>
                  <a:gd name="connsiteY0" fmla="*/ 370 h 693191"/>
                  <a:gd name="connsiteX1" fmla="*/ 2927349 w 2927349"/>
                  <a:gd name="connsiteY1" fmla="*/ 0 h 693191"/>
                  <a:gd name="connsiteX2" fmla="*/ 2499257 w 2927349"/>
                  <a:gd name="connsiteY2" fmla="*/ 693191 h 693191"/>
                  <a:gd name="connsiteX3" fmla="*/ 0 w 2927349"/>
                  <a:gd name="connsiteY3" fmla="*/ 691543 h 693191"/>
                  <a:gd name="connsiteX4" fmla="*/ 426830 w 2927349"/>
                  <a:gd name="connsiteY4" fmla="*/ 370 h 693191"/>
                  <a:gd name="connsiteX0" fmla="*/ 436676 w 2927349"/>
                  <a:gd name="connsiteY0" fmla="*/ 0 h 695083"/>
                  <a:gd name="connsiteX1" fmla="*/ 2927349 w 2927349"/>
                  <a:gd name="connsiteY1" fmla="*/ 1892 h 695083"/>
                  <a:gd name="connsiteX2" fmla="*/ 2499257 w 2927349"/>
                  <a:gd name="connsiteY2" fmla="*/ 695083 h 695083"/>
                  <a:gd name="connsiteX3" fmla="*/ 0 w 2927349"/>
                  <a:gd name="connsiteY3" fmla="*/ 693435 h 695083"/>
                  <a:gd name="connsiteX4" fmla="*/ 436676 w 2927349"/>
                  <a:gd name="connsiteY4" fmla="*/ 0 h 69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5083">
                    <a:moveTo>
                      <a:pt x="436676" y="0"/>
                    </a:moveTo>
                    <a:lnTo>
                      <a:pt x="2927349" y="1892"/>
                    </a:lnTo>
                    <a:lnTo>
                      <a:pt x="2499257" y="695083"/>
                    </a:lnTo>
                    <a:lnTo>
                      <a:pt x="0" y="693435"/>
                    </a:lnTo>
                    <a:lnTo>
                      <a:pt x="436676" y="0"/>
                    </a:lnTo>
                    <a:close/>
                  </a:path>
                </a:pathLst>
              </a:custGeom>
              <a:solidFill>
                <a:srgbClr val="FCA81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66" name="Rectangle 12">
                <a:extLst>
                  <a:ext uri="{FF2B5EF4-FFF2-40B4-BE49-F238E27FC236}">
                    <a16:creationId xmlns:a16="http://schemas.microsoft.com/office/drawing/2014/main" id="{7E8CA491-DEBB-A963-02F4-13E720764B47}"/>
                  </a:ext>
                </a:extLst>
              </p:cNvPr>
              <p:cNvSpPr/>
              <p:nvPr/>
            </p:nvSpPr>
            <p:spPr>
              <a:xfrm rot="2016965">
                <a:off x="6663074" y="1877245"/>
                <a:ext cx="1777105" cy="692134"/>
              </a:xfrm>
              <a:custGeom>
                <a:avLst/>
                <a:gdLst>
                  <a:gd name="connsiteX0" fmla="*/ 0 w 1777105"/>
                  <a:gd name="connsiteY0" fmla="*/ 0 h 691543"/>
                  <a:gd name="connsiteX1" fmla="*/ 1777105 w 1777105"/>
                  <a:gd name="connsiteY1" fmla="*/ 0 h 691543"/>
                  <a:gd name="connsiteX2" fmla="*/ 1777105 w 1777105"/>
                  <a:gd name="connsiteY2" fmla="*/ 691543 h 691543"/>
                  <a:gd name="connsiteX3" fmla="*/ 0 w 1777105"/>
                  <a:gd name="connsiteY3" fmla="*/ 691543 h 691543"/>
                  <a:gd name="connsiteX4" fmla="*/ 0 w 1777105"/>
                  <a:gd name="connsiteY4" fmla="*/ 0 h 691543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777105 w 1777105"/>
                  <a:gd name="connsiteY2" fmla="*/ 691543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  <a:gd name="connsiteX0" fmla="*/ 0 w 1777105"/>
                  <a:gd name="connsiteY0" fmla="*/ 0 h 692134"/>
                  <a:gd name="connsiteX1" fmla="*/ 1777105 w 1777105"/>
                  <a:gd name="connsiteY1" fmla="*/ 0 h 692134"/>
                  <a:gd name="connsiteX2" fmla="*/ 1468906 w 1777105"/>
                  <a:gd name="connsiteY2" fmla="*/ 686742 h 692134"/>
                  <a:gd name="connsiteX3" fmla="*/ 457904 w 1777105"/>
                  <a:gd name="connsiteY3" fmla="*/ 692134 h 692134"/>
                  <a:gd name="connsiteX4" fmla="*/ 0 w 1777105"/>
                  <a:gd name="connsiteY4" fmla="*/ 0 h 692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7105" h="692134">
                    <a:moveTo>
                      <a:pt x="0" y="0"/>
                    </a:moveTo>
                    <a:lnTo>
                      <a:pt x="1777105" y="0"/>
                    </a:lnTo>
                    <a:lnTo>
                      <a:pt x="1468906" y="686742"/>
                    </a:lnTo>
                    <a:lnTo>
                      <a:pt x="457904" y="692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67" name="Rectangle 13">
                <a:extLst>
                  <a:ext uri="{FF2B5EF4-FFF2-40B4-BE49-F238E27FC236}">
                    <a16:creationId xmlns:a16="http://schemas.microsoft.com/office/drawing/2014/main" id="{A106BF5D-1E68-E4BD-DD44-1DB0FE2D6FC6}"/>
                  </a:ext>
                </a:extLst>
              </p:cNvPr>
              <p:cNvSpPr/>
              <p:nvPr/>
            </p:nvSpPr>
            <p:spPr>
              <a:xfrm rot="2019687">
                <a:off x="6471409" y="4264812"/>
                <a:ext cx="1179047" cy="693241"/>
              </a:xfrm>
              <a:custGeom>
                <a:avLst/>
                <a:gdLst>
                  <a:gd name="connsiteX0" fmla="*/ 0 w 1438599"/>
                  <a:gd name="connsiteY0" fmla="*/ 0 h 691543"/>
                  <a:gd name="connsiteX1" fmla="*/ 1438599 w 1438599"/>
                  <a:gd name="connsiteY1" fmla="*/ 0 h 691543"/>
                  <a:gd name="connsiteX2" fmla="*/ 1438599 w 1438599"/>
                  <a:gd name="connsiteY2" fmla="*/ 691543 h 691543"/>
                  <a:gd name="connsiteX3" fmla="*/ 0 w 1438599"/>
                  <a:gd name="connsiteY3" fmla="*/ 691543 h 691543"/>
                  <a:gd name="connsiteX4" fmla="*/ 0 w 1438599"/>
                  <a:gd name="connsiteY4" fmla="*/ 0 h 691543"/>
                  <a:gd name="connsiteX0" fmla="*/ 305784 w 1438599"/>
                  <a:gd name="connsiteY0" fmla="*/ 0 h 692050"/>
                  <a:gd name="connsiteX1" fmla="*/ 1438599 w 1438599"/>
                  <a:gd name="connsiteY1" fmla="*/ 507 h 692050"/>
                  <a:gd name="connsiteX2" fmla="*/ 1438599 w 1438599"/>
                  <a:gd name="connsiteY2" fmla="*/ 692050 h 692050"/>
                  <a:gd name="connsiteX3" fmla="*/ 0 w 1438599"/>
                  <a:gd name="connsiteY3" fmla="*/ 692050 h 692050"/>
                  <a:gd name="connsiteX4" fmla="*/ 305784 w 1438599"/>
                  <a:gd name="connsiteY4" fmla="*/ 0 h 692050"/>
                  <a:gd name="connsiteX0" fmla="*/ 305784 w 1438599"/>
                  <a:gd name="connsiteY0" fmla="*/ 0 h 693241"/>
                  <a:gd name="connsiteX1" fmla="*/ 1438599 w 1438599"/>
                  <a:gd name="connsiteY1" fmla="*/ 507 h 693241"/>
                  <a:gd name="connsiteX2" fmla="*/ 1179047 w 1438599"/>
                  <a:gd name="connsiteY2" fmla="*/ 693241 h 693241"/>
                  <a:gd name="connsiteX3" fmla="*/ 0 w 1438599"/>
                  <a:gd name="connsiteY3" fmla="*/ 692050 h 693241"/>
                  <a:gd name="connsiteX4" fmla="*/ 305784 w 1438599"/>
                  <a:gd name="connsiteY4" fmla="*/ 0 h 693241"/>
                  <a:gd name="connsiteX0" fmla="*/ 305784 w 1179047"/>
                  <a:gd name="connsiteY0" fmla="*/ 0 h 693241"/>
                  <a:gd name="connsiteX1" fmla="*/ 717398 w 1179047"/>
                  <a:gd name="connsiteY1" fmla="*/ 147 h 693241"/>
                  <a:gd name="connsiteX2" fmla="*/ 1179047 w 1179047"/>
                  <a:gd name="connsiteY2" fmla="*/ 693241 h 693241"/>
                  <a:gd name="connsiteX3" fmla="*/ 0 w 1179047"/>
                  <a:gd name="connsiteY3" fmla="*/ 692050 h 693241"/>
                  <a:gd name="connsiteX4" fmla="*/ 305784 w 1179047"/>
                  <a:gd name="connsiteY4" fmla="*/ 0 h 693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9047" h="693241">
                    <a:moveTo>
                      <a:pt x="305784" y="0"/>
                    </a:moveTo>
                    <a:lnTo>
                      <a:pt x="717398" y="147"/>
                    </a:lnTo>
                    <a:lnTo>
                      <a:pt x="1179047" y="693241"/>
                    </a:lnTo>
                    <a:lnTo>
                      <a:pt x="0" y="692050"/>
                    </a:lnTo>
                    <a:lnTo>
                      <a:pt x="30578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  <p:sp>
            <p:nvSpPr>
              <p:cNvPr id="68" name="Rectangle 14">
                <a:extLst>
                  <a:ext uri="{FF2B5EF4-FFF2-40B4-BE49-F238E27FC236}">
                    <a16:creationId xmlns:a16="http://schemas.microsoft.com/office/drawing/2014/main" id="{3344C9AB-274C-48F1-C26E-F418D52F8D01}"/>
                  </a:ext>
                </a:extLst>
              </p:cNvPr>
              <p:cNvSpPr/>
              <p:nvPr/>
            </p:nvSpPr>
            <p:spPr>
              <a:xfrm rot="19656865">
                <a:off x="5965310" y="3151919"/>
                <a:ext cx="2927349" cy="691652"/>
              </a:xfrm>
              <a:custGeom>
                <a:avLst/>
                <a:gdLst>
                  <a:gd name="connsiteX0" fmla="*/ 0 w 2927349"/>
                  <a:gd name="connsiteY0" fmla="*/ 0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0 w 2927349"/>
                  <a:gd name="connsiteY4" fmla="*/ 0 h 691543"/>
                  <a:gd name="connsiteX0" fmla="*/ 435403 w 2927349"/>
                  <a:gd name="connsiteY0" fmla="*/ 2638 h 691543"/>
                  <a:gd name="connsiteX1" fmla="*/ 2927349 w 2927349"/>
                  <a:gd name="connsiteY1" fmla="*/ 0 h 691543"/>
                  <a:gd name="connsiteX2" fmla="*/ 2927349 w 2927349"/>
                  <a:gd name="connsiteY2" fmla="*/ 691543 h 691543"/>
                  <a:gd name="connsiteX3" fmla="*/ 0 w 2927349"/>
                  <a:gd name="connsiteY3" fmla="*/ 691543 h 691543"/>
                  <a:gd name="connsiteX4" fmla="*/ 435403 w 2927349"/>
                  <a:gd name="connsiteY4" fmla="*/ 2638 h 691543"/>
                  <a:gd name="connsiteX0" fmla="*/ 435403 w 2927349"/>
                  <a:gd name="connsiteY0" fmla="*/ 2638 h 691652"/>
                  <a:gd name="connsiteX1" fmla="*/ 2927349 w 2927349"/>
                  <a:gd name="connsiteY1" fmla="*/ 0 h 691652"/>
                  <a:gd name="connsiteX2" fmla="*/ 2487384 w 2927349"/>
                  <a:gd name="connsiteY2" fmla="*/ 691652 h 691652"/>
                  <a:gd name="connsiteX3" fmla="*/ 0 w 2927349"/>
                  <a:gd name="connsiteY3" fmla="*/ 691543 h 691652"/>
                  <a:gd name="connsiteX4" fmla="*/ 435403 w 2927349"/>
                  <a:gd name="connsiteY4" fmla="*/ 2638 h 691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7349" h="691652">
                    <a:moveTo>
                      <a:pt x="435403" y="2638"/>
                    </a:moveTo>
                    <a:lnTo>
                      <a:pt x="2927349" y="0"/>
                    </a:lnTo>
                    <a:lnTo>
                      <a:pt x="2487384" y="691652"/>
                    </a:lnTo>
                    <a:lnTo>
                      <a:pt x="0" y="691543"/>
                    </a:lnTo>
                    <a:lnTo>
                      <a:pt x="435403" y="2638"/>
                    </a:lnTo>
                    <a:close/>
                  </a:path>
                </a:pathLst>
              </a:custGeom>
              <a:solidFill>
                <a:srgbClr val="5B9AD4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700">
                  <a:latin typeface="+mn-lt"/>
                </a:endParaRPr>
              </a:p>
            </p:txBody>
          </p:sp>
        </p:grp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C8BF3BFE-B5D7-3927-E9CC-A23C403BFDA6}"/>
                </a:ext>
              </a:extLst>
            </p:cNvPr>
            <p:cNvSpPr txBox="1"/>
            <p:nvPr/>
          </p:nvSpPr>
          <p:spPr>
            <a:xfrm>
              <a:off x="9343040" y="2545280"/>
              <a:ext cx="1530452" cy="144508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b="1" dirty="0">
                  <a:solidFill>
                    <a:srgbClr val="002060"/>
                  </a:solidFill>
                  <a:latin typeface="+mn-lt"/>
                  <a:cs typeface="Biome" panose="020B0503030204020804" pitchFamily="34" charset="0"/>
                </a:rPr>
                <a:t>6</a:t>
              </a:r>
            </a:p>
          </p:txBody>
        </p:sp>
      </p:grpSp>
      <p:sp>
        <p:nvSpPr>
          <p:cNvPr id="88" name="ZoneTexte 87">
            <a:extLst>
              <a:ext uri="{FF2B5EF4-FFF2-40B4-BE49-F238E27FC236}">
                <a16:creationId xmlns:a16="http://schemas.microsoft.com/office/drawing/2014/main" id="{73444E89-8B60-ABDD-15BB-5B7504232798}"/>
              </a:ext>
            </a:extLst>
          </p:cNvPr>
          <p:cNvSpPr txBox="1"/>
          <p:nvPr/>
        </p:nvSpPr>
        <p:spPr>
          <a:xfrm>
            <a:off x="1173551" y="272901"/>
            <a:ext cx="4437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+mj-lt"/>
              </a:rPr>
              <a:t>Agenda</a:t>
            </a:r>
          </a:p>
        </p:txBody>
      </p:sp>
      <p:pic>
        <p:nvPicPr>
          <p:cNvPr id="69" name="Graphique 68">
            <a:extLst>
              <a:ext uri="{FF2B5EF4-FFF2-40B4-BE49-F238E27FC236}">
                <a16:creationId xmlns:a16="http://schemas.microsoft.com/office/drawing/2014/main" id="{D805441E-F9AD-9BEF-B4CA-4794FBE8F7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2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5276CF06-A90F-4F5A-8E8E-D1B704A1F9D9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28776F-F05F-04A8-D3FF-5EF4ED0BA5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D4C9701-C002-E0D2-1327-5EB60C44FE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2483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BED361D0-93F6-476D-802B-3B867CBC2A3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27891E-B3B8-B276-98D8-F60B18DD76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30DAD8D6-EA8A-AE17-A2FD-394ACCC21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7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Tex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43C9A583-F0A6-4AC2-A111-256960DA198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6A8A686-C9E2-3C72-18AC-75AE1886A0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0F69535-632B-E56A-428B-67A5D8AAD0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A75247C4-F93A-4715-B9B7-F4FA7F28A3E1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FB67-19C8-C1C5-27B8-BB812E3BD6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A88694C-A5E9-75D9-E5B4-27BE22D5EA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1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03/04/2024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9EF4AFBC-42CC-4CDF-A278-C1F4D49B7197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F979F75-3601-ADD5-E29C-87A3A695B6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 dirty="0"/>
              <a:t>Cliquez sur l'icône pour ajouter une image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47F0BE27-EF57-DBDB-3C23-60C805C5F6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73657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51CC665B-0812-4199-AA45-AA2609ADA59F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472484-46AB-564C-489E-47090B96AC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69F189D0-ACA1-BCBE-0A58-F0326AE39F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98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har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E72AAA74-9B51-459A-99A7-368342F1941E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244B569F-0D03-89AA-B05B-7D54B406A54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graphique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2CA686A1-D9E5-B34C-12D8-5444CCE557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49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har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85CD56F6-2F02-49D3-BB62-54B9D26B91D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Chart Placeholder 9">
            <a:extLst>
              <a:ext uri="{FF2B5EF4-FFF2-40B4-BE49-F238E27FC236}">
                <a16:creationId xmlns:a16="http://schemas.microsoft.com/office/drawing/2014/main" id="{BF5C14B7-DC0A-A7BF-F090-CEA71010751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graphique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FC097DF-5BF5-A49A-9C47-EC6AD45398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05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Tabl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A27C0166-C9CA-42AD-8ADC-56466F628B97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6BB593E0-BEA1-8525-7923-43DF58389F1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 dirty="0"/>
              <a:t>Cliquez sur l'icône pour ajouter un tableau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843D0502-A067-13F3-CDD1-A37C157ACA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27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abl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D2444DE3-993C-4978-8464-4128E43D31C9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9E0FCB0-5CBE-2503-979D-1E360661E880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tableau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88FDC247-D321-E172-0CA3-9FA4EFD726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38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SmartAr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F07B7506-B8D3-4219-8D59-E512AE888ADD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A4FD01A6-B746-4E1C-F084-04CDDE00993B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CF98079-58D6-497E-1EF4-2439D59F2A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3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martAr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D0A9AD66-C4CA-4455-A9AE-CC51775D95FF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SmartArt Placeholder 9">
            <a:extLst>
              <a:ext uri="{FF2B5EF4-FFF2-40B4-BE49-F238E27FC236}">
                <a16:creationId xmlns:a16="http://schemas.microsoft.com/office/drawing/2014/main" id="{86263B9B-2AA6-AE0D-C487-92D4B812AAFB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graphique SmartArt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0D8DFF9-1B27-0FB7-A66E-BEADE35FB6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29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+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13344D40-5C34-4411-882D-BCE8B15F2F0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5914274-D575-0EDE-7D71-B37AEB3ABC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6682200" cy="4442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6E42B9-B50C-6B49-0E8C-E2ED28E15F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0999" y="1774800"/>
            <a:ext cx="3353399" cy="44424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7704473-0E18-1C2B-E152-9DBD36FDA2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97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Im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C0078A1E-C317-4759-8D63-5B183373B48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4A3388-8C12-3B46-0466-233B1B8DDD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6682200" cy="4442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15AB48-3BDF-13F8-51AB-C1CEB6F7F9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0999" y="1774800"/>
            <a:ext cx="3353399" cy="44424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8E08CC66-C732-01F1-2428-DEC4C4346A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755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2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BA2B5CA1-4771-48BA-AC5C-EB9786F857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1BCDCE6-4B4C-3969-6CCF-EDB02FD31B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3984"/>
            <a:ext cx="4975315" cy="469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9D29C40-C2F6-B050-8FEC-F8D132ED68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9083" y="2023984"/>
            <a:ext cx="4975315" cy="469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2" name="Connecteur droit 31">
            <a:extLst>
              <a:ext uri="{FF2B5EF4-FFF2-40B4-BE49-F238E27FC236}">
                <a16:creationId xmlns:a16="http://schemas.microsoft.com/office/drawing/2014/main" id="{8E5291E8-938A-921F-3EC8-F8E42B3B6CAD}"/>
              </a:ext>
            </a:extLst>
          </p:cNvPr>
          <p:cNvCxnSpPr>
            <a:cxnSpLocks/>
          </p:cNvCxnSpPr>
          <p:nvPr/>
        </p:nvCxnSpPr>
        <p:spPr>
          <a:xfrm rot="5400000">
            <a:off x="4824725" y="4068000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EBA20DD-1916-BF7D-3605-61539EA8D2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0" y="2545368"/>
            <a:ext cx="497463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3DDC4AB-A7A0-649C-D47D-46BD9246DEC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379760" y="2545368"/>
            <a:ext cx="497463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693A7878-9E79-D9FA-FB1A-6D4B51D65F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65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DC70A2BE-FF60-473F-84D3-A14D28AEE07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AE9D97A6-3EE4-647F-08EE-4227863272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3984"/>
            <a:ext cx="4975315" cy="469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EA8132-8A9C-3E49-3AAB-01128595DC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9083" y="2023984"/>
            <a:ext cx="4975315" cy="469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31" name="Connecteur droit 31">
            <a:extLst>
              <a:ext uri="{FF2B5EF4-FFF2-40B4-BE49-F238E27FC236}">
                <a16:creationId xmlns:a16="http://schemas.microsoft.com/office/drawing/2014/main" id="{26E17A8B-9726-CD36-473B-1670E082DC31}"/>
              </a:ext>
            </a:extLst>
          </p:cNvPr>
          <p:cNvCxnSpPr>
            <a:cxnSpLocks/>
          </p:cNvCxnSpPr>
          <p:nvPr/>
        </p:nvCxnSpPr>
        <p:spPr>
          <a:xfrm rot="5400000">
            <a:off x="4824725" y="4068000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FE2331A-3C08-2DA0-CEF2-6F0330C389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0" y="2545368"/>
            <a:ext cx="497463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7B1B4666-CECE-BBEA-636F-5819B6BD5A3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379760" y="2545368"/>
            <a:ext cx="497463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948A6D79-1A90-F439-7A58-5BA588E482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1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+ Tabl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67688A14-29FD-49D1-84E8-D5AAEA2232A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E40C9D9-2E61-5644-1EE8-45A457B628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9198" y="1774800"/>
            <a:ext cx="33552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A0A9B37-840A-3906-F910-A37529D71CE4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166400" y="1774800"/>
            <a:ext cx="6681600" cy="4442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tableau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69096DA7-9232-48C9-4C87-DF8FAC3561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65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Tabl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37EB4001-2CEB-4DFE-98FD-43A1DB1E3BAF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3517228-5355-FB2F-0E70-98DD7B32CF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9198" y="1774800"/>
            <a:ext cx="33552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C3B81A6F-2CCF-4622-63A2-B640370C4B91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166400" y="1774800"/>
            <a:ext cx="6681600" cy="4442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tableau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A75FE7CA-4D67-DF74-6F6F-396A78BC40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19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+ Table + small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17988D18-2493-4BA0-A2F9-4F80764FA3C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E40C9D9-2E61-5644-1EE8-45A457B628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66816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7A0A9B37-840A-3906-F910-A37529D71CE4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999198" y="1774800"/>
            <a:ext cx="3355200" cy="1349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tableau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28583E-443C-D70D-9BD6-DD03E6A0447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99413" y="3257550"/>
            <a:ext cx="3354387" cy="29591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CEC1488-2181-A6E5-F23A-14ABE92FF6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10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+ Table + small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0CAB22EF-5695-4D7F-B915-6EBD0C8D0F39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949F350-4B9B-DF3D-2755-3D22868E54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400" y="1774800"/>
            <a:ext cx="66816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Table Placeholder 6">
            <a:extLst>
              <a:ext uri="{FF2B5EF4-FFF2-40B4-BE49-F238E27FC236}">
                <a16:creationId xmlns:a16="http://schemas.microsoft.com/office/drawing/2014/main" id="{54F160B1-2825-F6F1-F9B7-163D5DAEC5B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999198" y="1774800"/>
            <a:ext cx="3355200" cy="13494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 tableau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0E5629FB-6659-D3B8-5A88-4DE8C7787F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99413" y="3257550"/>
            <a:ext cx="3354387" cy="29591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0CD5AD89-A60C-F0FF-E1CC-2B5FA3A560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8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3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9BF31D79-E4E4-4B11-A912-0D7ACDA574A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536AD335-7FB8-9FAA-B6AD-CAF2D2C907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0329"/>
            <a:ext cx="3219450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3C78317-74A0-EE74-A70C-3C8898FF24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0C47210A-9DFD-2E45-F752-2751AE5EC9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0702" y="2020329"/>
            <a:ext cx="3219449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5446CB94-1F0E-1878-E93E-C109A4CBD0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590" y="2018581"/>
            <a:ext cx="3218772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EA97124-6C57-0726-4551-687D76439EB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61082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A39FBE2-8484-5302-442E-07645FCCE09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154673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Connecteur droit 31">
            <a:extLst>
              <a:ext uri="{FF2B5EF4-FFF2-40B4-BE49-F238E27FC236}">
                <a16:creationId xmlns:a16="http://schemas.microsoft.com/office/drawing/2014/main" id="{18501BD9-1E10-2926-765C-33B38110C2BC}"/>
              </a:ext>
            </a:extLst>
          </p:cNvPr>
          <p:cNvCxnSpPr>
            <a:cxnSpLocks/>
          </p:cNvCxnSpPr>
          <p:nvPr/>
        </p:nvCxnSpPr>
        <p:spPr>
          <a:xfrm rot="5400000">
            <a:off x="3091175" y="4134675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1">
            <a:extLst>
              <a:ext uri="{FF2B5EF4-FFF2-40B4-BE49-F238E27FC236}">
                <a16:creationId xmlns:a16="http://schemas.microsoft.com/office/drawing/2014/main" id="{F4E0D541-27F6-B91F-A545-AE46D1288723}"/>
              </a:ext>
            </a:extLst>
          </p:cNvPr>
          <p:cNvCxnSpPr>
            <a:cxnSpLocks/>
          </p:cNvCxnSpPr>
          <p:nvPr/>
        </p:nvCxnSpPr>
        <p:spPr>
          <a:xfrm rot="5400000">
            <a:off x="6586850" y="4134675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que 2">
            <a:extLst>
              <a:ext uri="{FF2B5EF4-FFF2-40B4-BE49-F238E27FC236}">
                <a16:creationId xmlns:a16="http://schemas.microsoft.com/office/drawing/2014/main" id="{BE18F0EB-46F2-9868-1C68-D741C700E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231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3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EE306224-D4FE-44B7-A390-3CA42DCEDCA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42ED472-F0AB-5C4E-25E1-36515F4CDD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0329"/>
            <a:ext cx="3219450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1095D27-1037-796E-45E8-BF57EA0686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D424162B-9016-E1FA-57AF-E655C15BE7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0702" y="2020329"/>
            <a:ext cx="3219449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B133F3D6-E32C-E257-1714-474FFAA96E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590" y="2018581"/>
            <a:ext cx="3218772" cy="4689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8D580F9-648C-353B-3ACB-6891A5345D0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61082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0108A35-B32B-0AE0-0507-EE38A75B875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154673" y="2545368"/>
            <a:ext cx="3218688" cy="3256718"/>
          </a:xfrm>
        </p:spPr>
        <p:txBody>
          <a:bodyPr>
            <a:normAutofit/>
          </a:bodyPr>
          <a:lstStyle>
            <a:lvl1pPr marL="180975" indent="-1809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447675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895350" indent="-1905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2573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4pPr>
            <a:lvl5pPr marL="1524000" indent="-2000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Connecteur droit 31">
            <a:extLst>
              <a:ext uri="{FF2B5EF4-FFF2-40B4-BE49-F238E27FC236}">
                <a16:creationId xmlns:a16="http://schemas.microsoft.com/office/drawing/2014/main" id="{22CB7E05-6A94-0BFA-9B8C-3C159EB68D9A}"/>
              </a:ext>
            </a:extLst>
          </p:cNvPr>
          <p:cNvCxnSpPr>
            <a:cxnSpLocks/>
          </p:cNvCxnSpPr>
          <p:nvPr/>
        </p:nvCxnSpPr>
        <p:spPr>
          <a:xfrm rot="5400000">
            <a:off x="3091175" y="4134675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1">
            <a:extLst>
              <a:ext uri="{FF2B5EF4-FFF2-40B4-BE49-F238E27FC236}">
                <a16:creationId xmlns:a16="http://schemas.microsoft.com/office/drawing/2014/main" id="{D83EC3C5-277B-4B37-4746-437E9885B9EB}"/>
              </a:ext>
            </a:extLst>
          </p:cNvPr>
          <p:cNvCxnSpPr>
            <a:cxnSpLocks/>
          </p:cNvCxnSpPr>
          <p:nvPr/>
        </p:nvCxnSpPr>
        <p:spPr>
          <a:xfrm rot="5400000">
            <a:off x="6586850" y="4134675"/>
            <a:ext cx="288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que 2">
            <a:extLst>
              <a:ext uri="{FF2B5EF4-FFF2-40B4-BE49-F238E27FC236}">
                <a16:creationId xmlns:a16="http://schemas.microsoft.com/office/drawing/2014/main" id="{92A267C2-CC18-0806-DE38-C34714E64D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03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F1B9D3ED-63B6-D511-36D6-03E79EF57E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2" name="Groupe 41">
            <a:extLst>
              <a:ext uri="{FF2B5EF4-FFF2-40B4-BE49-F238E27FC236}">
                <a16:creationId xmlns:a16="http://schemas.microsoft.com/office/drawing/2014/main" id="{737DB52D-811C-6920-2FB8-A890A1CA75FC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4930F7A-6239-BB99-D725-CB8748C192CC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4DD2B5A-2EED-068E-B6B9-3BDAC0269D08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32" name="Groupe 31">
                <a:extLst>
                  <a:ext uri="{FF2B5EF4-FFF2-40B4-BE49-F238E27FC236}">
                    <a16:creationId xmlns:a16="http://schemas.microsoft.com/office/drawing/2014/main" id="{8BDCF616-B1F8-0ACE-A9AE-E22AAAFD6456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34" name="Freeform 3">
                  <a:extLst>
                    <a:ext uri="{FF2B5EF4-FFF2-40B4-BE49-F238E27FC236}">
                      <a16:creationId xmlns:a16="http://schemas.microsoft.com/office/drawing/2014/main" id="{CCEAC9E5-01E7-84D0-02B3-AFFFA86282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1E216B3-4A2D-DBBF-02CC-4E778CD3552D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8B098D-30A6-99F1-4800-CC248C72D03A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3" name="Arc partiel 32">
                <a:extLst>
                  <a:ext uri="{FF2B5EF4-FFF2-40B4-BE49-F238E27FC236}">
                    <a16:creationId xmlns:a16="http://schemas.microsoft.com/office/drawing/2014/main" id="{24E72B80-620C-6522-6CF9-49548ABA00F4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A66F56-0729-924C-4DCE-3B325453502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E0D5968-DDFC-9AD3-F87A-893757162265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60D931A-DE28-EC39-4AB5-0F58C362C9A3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4F148D-12FB-2530-023A-372138E7D5CD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0" name="Connecteur droit 31">
            <a:extLst>
              <a:ext uri="{FF2B5EF4-FFF2-40B4-BE49-F238E27FC236}">
                <a16:creationId xmlns:a16="http://schemas.microsoft.com/office/drawing/2014/main" id="{83ADA0F2-55FC-BC14-AD20-92EA1A8E5E1C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5FA64E-63E1-D3E8-BEE6-540340396E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47A73C0-82C1-44AE-F737-01AEBDFD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4C936D1-92DD-AAF7-055E-AE2F404D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EF9219-03B5-5853-3BFD-573B974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49E9E1-7429-4847-8A92-1B88ACDC4743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437B9937-EEF6-5CE3-9078-EA23A2B52A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F1B9D3ED-63B6-D511-36D6-03E79EF57E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2" name="Groupe 41">
            <a:extLst>
              <a:ext uri="{FF2B5EF4-FFF2-40B4-BE49-F238E27FC236}">
                <a16:creationId xmlns:a16="http://schemas.microsoft.com/office/drawing/2014/main" id="{737DB52D-811C-6920-2FB8-A890A1CA75FC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4930F7A-6239-BB99-D725-CB8748C192CC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4DD2B5A-2EED-068E-B6B9-3BDAC0269D08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32" name="Groupe 31">
                <a:extLst>
                  <a:ext uri="{FF2B5EF4-FFF2-40B4-BE49-F238E27FC236}">
                    <a16:creationId xmlns:a16="http://schemas.microsoft.com/office/drawing/2014/main" id="{8BDCF616-B1F8-0ACE-A9AE-E22AAAFD6456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34" name="Freeform 3">
                  <a:extLst>
                    <a:ext uri="{FF2B5EF4-FFF2-40B4-BE49-F238E27FC236}">
                      <a16:creationId xmlns:a16="http://schemas.microsoft.com/office/drawing/2014/main" id="{CCEAC9E5-01E7-84D0-02B3-AFFFA86282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1E216B3-4A2D-DBBF-02CC-4E778CD3552D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8B098D-30A6-99F1-4800-CC248C72D03A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3" name="Arc partiel 32">
                <a:extLst>
                  <a:ext uri="{FF2B5EF4-FFF2-40B4-BE49-F238E27FC236}">
                    <a16:creationId xmlns:a16="http://schemas.microsoft.com/office/drawing/2014/main" id="{24E72B80-620C-6522-6CF9-49548ABA00F4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7A66F56-0729-924C-4DCE-3B325453502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E0D5968-DDFC-9AD3-F87A-893757162265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60D931A-DE28-EC39-4AB5-0F58C362C9A3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4F148D-12FB-2530-023A-372138E7D5CD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0" name="Connecteur droit 31">
            <a:extLst>
              <a:ext uri="{FF2B5EF4-FFF2-40B4-BE49-F238E27FC236}">
                <a16:creationId xmlns:a16="http://schemas.microsoft.com/office/drawing/2014/main" id="{83ADA0F2-55FC-BC14-AD20-92EA1A8E5E1C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5FA64E-63E1-D3E8-BEE6-540340396E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47A73C0-82C1-44AE-F737-01AEBDFD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4C936D1-92DD-AAF7-055E-AE2F404D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EF9219-03B5-5853-3BFD-573B974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C983B8-0D77-4B74-A824-FBE4C38FC0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43468F-5A1E-B25D-D12F-E453B14932D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D0251AE3-3FB0-56C3-3B64-7DE56DD331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208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FCA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C731F60-9D44-CD59-2471-2063C04935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EE048F8F-C1E6-7C9A-09DE-2A99467EB7C5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01FA1E-1F90-C17C-8732-0769110FBE86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7A4E80E5-AD7B-0E85-01DD-796CEE33813F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C89CD270-4AE4-5E93-90CE-89A10B4E4445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31" name="Freeform 3">
                  <a:extLst>
                    <a:ext uri="{FF2B5EF4-FFF2-40B4-BE49-F238E27FC236}">
                      <a16:creationId xmlns:a16="http://schemas.microsoft.com/office/drawing/2014/main" id="{4D8DF5ED-3EFA-9521-643A-826E31B2D6E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E6B945F-A9E5-7520-5DDE-1D1874FE22B1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B64EA48-0A5E-D258-CBF4-9C51A2F8C1AB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0" name="Arc partiel 29">
                <a:extLst>
                  <a:ext uri="{FF2B5EF4-FFF2-40B4-BE49-F238E27FC236}">
                    <a16:creationId xmlns:a16="http://schemas.microsoft.com/office/drawing/2014/main" id="{6BF13007-3AA8-32AB-69C2-2D208F11F749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8D2A98-90DA-2C23-82E0-FD49172DC309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81EBB11-2EC7-285B-6C18-734905BA3473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B97EAF-FA3E-D7B4-7C31-910937CFD0B0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25A681-B438-752B-FCEE-80B33175F26E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9" name="Connecteur droit 31">
            <a:extLst>
              <a:ext uri="{FF2B5EF4-FFF2-40B4-BE49-F238E27FC236}">
                <a16:creationId xmlns:a16="http://schemas.microsoft.com/office/drawing/2014/main" id="{034D159F-F825-684C-B545-5A9D352913EA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E9A3913-348C-3189-AF18-CE8322ACD12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AC43FAB-67B4-8A8B-601B-86F48528EB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242D4A-A4E4-4EA7-A934-0FF7E44C0F8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EBAA3991-3174-60B5-DFA6-3E3544EA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4456AC7-8B76-E651-77ED-3BCF15FCE0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A1144592-870C-3500-B1FB-03360EF121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rgbClr val="FCA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C731F60-9D44-CD59-2471-2063C04935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EE048F8F-C1E6-7C9A-09DE-2A99467EB7C5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01FA1E-1F90-C17C-8732-0769110FBE86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7A4E80E5-AD7B-0E85-01DD-796CEE33813F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9" name="Groupe 28">
                <a:extLst>
                  <a:ext uri="{FF2B5EF4-FFF2-40B4-BE49-F238E27FC236}">
                    <a16:creationId xmlns:a16="http://schemas.microsoft.com/office/drawing/2014/main" id="{C89CD270-4AE4-5E93-90CE-89A10B4E4445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31" name="Freeform 3">
                  <a:extLst>
                    <a:ext uri="{FF2B5EF4-FFF2-40B4-BE49-F238E27FC236}">
                      <a16:creationId xmlns:a16="http://schemas.microsoft.com/office/drawing/2014/main" id="{4D8DF5ED-3EFA-9521-643A-826E31B2D6E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E6B945F-A9E5-7520-5DDE-1D1874FE22B1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B64EA48-0A5E-D258-CBF4-9C51A2F8C1AB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0" name="Arc partiel 29">
                <a:extLst>
                  <a:ext uri="{FF2B5EF4-FFF2-40B4-BE49-F238E27FC236}">
                    <a16:creationId xmlns:a16="http://schemas.microsoft.com/office/drawing/2014/main" id="{6BF13007-3AA8-32AB-69C2-2D208F11F749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8D2A98-90DA-2C23-82E0-FD49172DC309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81EBB11-2EC7-285B-6C18-734905BA3473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B97EAF-FA3E-D7B4-7C31-910937CFD0B0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25A681-B438-752B-FCEE-80B33175F26E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9" name="Connecteur droit 31">
            <a:extLst>
              <a:ext uri="{FF2B5EF4-FFF2-40B4-BE49-F238E27FC236}">
                <a16:creationId xmlns:a16="http://schemas.microsoft.com/office/drawing/2014/main" id="{034D159F-F825-684C-B545-5A9D352913EA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E9A3913-348C-3189-AF18-CE8322ACD12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AC43FAB-67B4-8A8B-601B-86F48528EB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78B95B-C83A-4A89-9E9B-0AD6500107E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EBAA3991-3174-60B5-DFA6-3E3544EA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4456AC7-8B76-E651-77ED-3BCF15FCE0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18418-BC9B-13A1-BE68-915F8195308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E6FD165-555B-ABFF-9AFA-E28CD29789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89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eur droit 31">
            <a:extLst>
              <a:ext uri="{FF2B5EF4-FFF2-40B4-BE49-F238E27FC236}">
                <a16:creationId xmlns:a16="http://schemas.microsoft.com/office/drawing/2014/main" id="{589608FC-43D2-B3EE-DA50-E15B844A72C7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330085CC-F178-DB9B-77A7-F895F1BE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58C0A8B-B30E-10CD-59AB-FD7FC6F7F2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C1E5C9B-A22A-DBCF-D521-7EAA170C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D27C51B-6E75-C970-3162-ADE053BE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C74F-24BB-4AEA-A582-F022FD84EF14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50002080-9CBB-CED8-C1F6-DC34C2597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84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eur droit 31">
            <a:extLst>
              <a:ext uri="{FF2B5EF4-FFF2-40B4-BE49-F238E27FC236}">
                <a16:creationId xmlns:a16="http://schemas.microsoft.com/office/drawing/2014/main" id="{589608FC-43D2-B3EE-DA50-E15B844A72C7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330085CC-F178-DB9B-77A7-F895F1BE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58C0A8B-B30E-10CD-59AB-FD7FC6F7F2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C1E5C9B-A22A-DBCF-D521-7EAA170C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D27C51B-6E75-C970-3162-ADE053BE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23851-5031-4D52-AAB0-80611DA50FC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01897-B822-55F7-275F-3EFE1779244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9FA54D9F-3DE3-6B75-07FB-798C4F43C6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923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0D41A1D-4637-15BF-B649-D24972A3E8B5}"/>
              </a:ext>
            </a:extLst>
          </p:cNvPr>
          <p:cNvCxnSpPr/>
          <p:nvPr/>
        </p:nvCxnSpPr>
        <p:spPr>
          <a:xfrm>
            <a:off x="1192250" y="1132114"/>
            <a:ext cx="8640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>
            <a:extLst>
              <a:ext uri="{FF2B5EF4-FFF2-40B4-BE49-F238E27FC236}">
                <a16:creationId xmlns:a16="http://schemas.microsoft.com/office/drawing/2014/main" id="{A286ED22-68B8-6FF0-CBE4-9AB034E5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62CF186-25C9-D0E3-9907-F9B519D0FB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6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C5D5BE2-D78A-8DC3-B49A-4DB28A7B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9DB590E-12C6-7BB9-9498-F95AFCE28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73E1-08DE-4719-9E20-8F37BAFEA4F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FFB230FA-27FE-8DAE-6732-09C7033FCD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0D41A1D-4637-15BF-B649-D24972A3E8B5}"/>
              </a:ext>
            </a:extLst>
          </p:cNvPr>
          <p:cNvCxnSpPr/>
          <p:nvPr/>
        </p:nvCxnSpPr>
        <p:spPr>
          <a:xfrm>
            <a:off x="1192250" y="1132114"/>
            <a:ext cx="8640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71792BD-41FB-367E-1D13-CABF149DF00E}"/>
              </a:ext>
            </a:extLst>
          </p:cNvPr>
          <p:cNvGrpSpPr/>
          <p:nvPr/>
        </p:nvGrpSpPr>
        <p:grpSpPr>
          <a:xfrm>
            <a:off x="9786372" y="149787"/>
            <a:ext cx="2263456" cy="530851"/>
            <a:chOff x="9832250" y="852348"/>
            <a:chExt cx="2263456" cy="5308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142C802-E74E-DFFE-197B-2F66DDCC2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2250" y="852348"/>
              <a:ext cx="497613" cy="530851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797115B-AE2D-1730-FD7A-7D7956AF36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28406" y="859279"/>
              <a:ext cx="1567300" cy="516988"/>
              <a:chOff x="3390538" y="2412029"/>
              <a:chExt cx="8656955" cy="2855579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2437DE1-83EA-A028-E4F6-25599F9D59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90538" y="2412029"/>
                <a:ext cx="8656955" cy="206508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D7F206A-4F75-FED2-36DF-C3BE474392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screen">
                <a:clrChange>
                  <a:clrFrom>
                    <a:srgbClr val="FBFCFD"/>
                  </a:clrFrom>
                  <a:clrTo>
                    <a:srgbClr val="FBFC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90538" y="4489758"/>
                <a:ext cx="8656955" cy="777850"/>
              </a:xfrm>
              <a:prstGeom prst="rect">
                <a:avLst/>
              </a:prstGeom>
            </p:spPr>
          </p:pic>
        </p:grp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A286ED22-68B8-6FF0-CBE4-9AB034E5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62CF186-25C9-D0E3-9907-F9B519D0FB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400" dirty="0" smtClean="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2000" dirty="0" smtClean="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800" dirty="0" smtClean="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 smtClean="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lang="en-US" sz="1600" dirty="0"/>
            </a:lvl5pPr>
          </a:lstStyle>
          <a:p>
            <a: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First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C5D5BE2-D78A-8DC3-B49A-4DB28A7B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9DB590E-12C6-7BB9-9498-F95AFCE28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0D628-3BA2-4707-A139-06B14EB2E59F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15406-33C5-506F-B2D0-90D807D319FE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637715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Blue background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B83C1F4-66A2-CE16-553E-F25CBAE69C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4540" y="3429000"/>
            <a:ext cx="3594282" cy="3436483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085657-8B47-D51F-8210-8257953413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67492" y="2418207"/>
            <a:ext cx="10186905" cy="336681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714375" indent="-2571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1162050" indent="-247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3pPr>
            <a:lvl4pPr marL="1524000" indent="-152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4pPr>
            <a:lvl5pPr marL="1971675" indent="-1428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Connecteur droit 31">
            <a:extLst>
              <a:ext uri="{FF2B5EF4-FFF2-40B4-BE49-F238E27FC236}">
                <a16:creationId xmlns:a16="http://schemas.microsoft.com/office/drawing/2014/main" id="{68BA70FA-E936-3332-4637-BED1639EB864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C75545C-919D-1D6C-7762-0D196B7D301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28600" y="6553200"/>
            <a:ext cx="2743200" cy="2635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65E03DA-E695-6711-EBEB-433BF90097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229725" y="6553200"/>
            <a:ext cx="2743200" cy="263525"/>
          </a:xfrm>
        </p:spPr>
        <p:txBody>
          <a:bodyPr/>
          <a:lstStyle/>
          <a:p>
            <a:fld id="{AD945F5E-36E0-41C0-B527-5E3360B3910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03D170F-3945-0D30-6BE5-EA78AB9D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1FA9B03-E096-5340-56F0-E0568ECF9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Content - Blue background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B83C1F4-66A2-CE16-553E-F25CBAE69C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4540" y="3429000"/>
            <a:ext cx="3594282" cy="3436483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085657-8B47-D51F-8210-8257953413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67492" y="2418207"/>
            <a:ext cx="10186905" cy="336681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714375" indent="-2571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1162050" indent="-2476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3pPr>
            <a:lvl4pPr marL="1524000" indent="-152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4pPr>
            <a:lvl5pPr marL="1971675" indent="-14287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Connecteur droit 31">
            <a:extLst>
              <a:ext uri="{FF2B5EF4-FFF2-40B4-BE49-F238E27FC236}">
                <a16:creationId xmlns:a16="http://schemas.microsoft.com/office/drawing/2014/main" id="{68BA70FA-E936-3332-4637-BED1639EB864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C75545C-919D-1D6C-7762-0D196B7D301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28600" y="6553200"/>
            <a:ext cx="2743200" cy="2635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65E03DA-E695-6711-EBEB-433BF90097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229725" y="6553200"/>
            <a:ext cx="2743200" cy="263525"/>
          </a:xfrm>
        </p:spPr>
        <p:txBody>
          <a:bodyPr/>
          <a:lstStyle/>
          <a:p>
            <a:fld id="{4626351F-FD79-4656-B9E7-096236D729E7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03D170F-3945-0D30-6BE5-EA78AB9D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18ADB-5C4B-3324-7663-1B4F802DDBE4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8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FA1FAA-DE0A-DF37-53A7-0413AAC8DD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502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E50D82-41CA-D88C-F088-E38082E7A2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CEC35F0B-66B7-0A7F-AE3E-2F09BE777C8A}"/>
              </a:ext>
            </a:extLst>
          </p:cNvPr>
          <p:cNvGrpSpPr>
            <a:grpSpLocks noChangeAspect="1"/>
          </p:cNvGrpSpPr>
          <p:nvPr/>
        </p:nvGrpSpPr>
        <p:grpSpPr>
          <a:xfrm>
            <a:off x="8339799" y="1827920"/>
            <a:ext cx="3513965" cy="2957455"/>
            <a:chOff x="3983699" y="826530"/>
            <a:chExt cx="4908960" cy="4131523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B107D1B3-B037-9CBA-A5B0-4F95BD523C3B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3A72202B-19D0-C58D-4A3A-1B78F3C82AD2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7C8D053D-694C-ECC0-E707-BF2A213D94FA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AEE137-F011-B9D8-D185-962F1D9F7FEB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F7A4CD-2392-171E-121C-D59C476D48A1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CFFB747C-57CC-994E-2D4B-CAB98AAAB720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DB8E9F1-1EAF-87B6-4CBE-ED36C19A8E9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72626" y="2879294"/>
            <a:ext cx="1234108" cy="872731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>
                <a:solidFill>
                  <a:srgbClr val="002060"/>
                </a:solidFill>
                <a:latin typeface="+mn-lt"/>
              </a:defRPr>
            </a:lvl1pPr>
            <a:lvl2pPr marL="457200" indent="0">
              <a:buNone/>
              <a:defRPr sz="4800">
                <a:solidFill>
                  <a:srgbClr val="002060"/>
                </a:solidFill>
                <a:latin typeface="+mn-lt"/>
              </a:defRPr>
            </a:lvl2pPr>
            <a:lvl3pPr marL="914400" indent="0">
              <a:buNone/>
              <a:defRPr sz="4800">
                <a:solidFill>
                  <a:srgbClr val="002060"/>
                </a:solidFill>
                <a:latin typeface="+mn-lt"/>
              </a:defRPr>
            </a:lvl3pPr>
            <a:lvl4pPr marL="1371600" indent="0">
              <a:buNone/>
              <a:defRPr sz="4800">
                <a:solidFill>
                  <a:srgbClr val="002060"/>
                </a:solidFill>
                <a:latin typeface="+mn-lt"/>
              </a:defRPr>
            </a:lvl4pPr>
            <a:lvl5pPr marL="1828800" indent="0">
              <a:buNone/>
              <a:defRPr sz="4800">
                <a:solidFill>
                  <a:srgbClr val="002060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EF290D3C-847D-D3A1-5697-362367FBCDA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28600" y="65341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053A8E4-EE4E-2F10-62C9-96CA2A25B4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229725" y="65341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A25B78F-35DD-4EC6-B279-6B2DC6393760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632EE561-79C3-AA1B-09C3-ECF2CE9EF7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E50D82-41CA-D88C-F088-E38082E7A2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CF96200E-F13C-DBD9-4BBD-169AAB9DD677}"/>
              </a:ext>
            </a:extLst>
          </p:cNvPr>
          <p:cNvGrpSpPr>
            <a:grpSpLocks noChangeAspect="1"/>
          </p:cNvGrpSpPr>
          <p:nvPr/>
        </p:nvGrpSpPr>
        <p:grpSpPr>
          <a:xfrm>
            <a:off x="8339799" y="1827920"/>
            <a:ext cx="3513965" cy="2957455"/>
            <a:chOff x="3983699" y="826530"/>
            <a:chExt cx="4908960" cy="4131523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11C2BFA-986E-B401-5DF3-60AE17FA8AAF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C2A15F2E-C3D0-20C9-99A4-DCDE7DE8EA53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4BE25BF4-9C88-BA9A-5044-F84C6B03BFAD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1C56B8DD-0D50-C233-E1D1-8E03C23EEF5F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8E6B1A01-4894-4489-6B7E-6EFE3A310D34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12F0175E-FD52-D941-DB6B-DC5C1DB913A3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46966C-1A5D-049E-C8D7-11DA3E37F9D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72626" y="2879294"/>
            <a:ext cx="1234108" cy="872731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>
                <a:solidFill>
                  <a:srgbClr val="002060"/>
                </a:solidFill>
                <a:latin typeface="+mn-lt"/>
              </a:defRPr>
            </a:lvl1pPr>
            <a:lvl2pPr marL="457200" indent="0">
              <a:buNone/>
              <a:defRPr sz="4800">
                <a:solidFill>
                  <a:srgbClr val="002060"/>
                </a:solidFill>
                <a:latin typeface="+mn-lt"/>
              </a:defRPr>
            </a:lvl2pPr>
            <a:lvl3pPr marL="914400" indent="0">
              <a:buNone/>
              <a:defRPr sz="4800">
                <a:solidFill>
                  <a:srgbClr val="002060"/>
                </a:solidFill>
                <a:latin typeface="+mn-lt"/>
              </a:defRPr>
            </a:lvl3pPr>
            <a:lvl4pPr marL="1371600" indent="0">
              <a:buNone/>
              <a:defRPr sz="4800">
                <a:solidFill>
                  <a:srgbClr val="002060"/>
                </a:solidFill>
                <a:latin typeface="+mn-lt"/>
              </a:defRPr>
            </a:lvl4pPr>
            <a:lvl5pPr marL="1828800" indent="0">
              <a:buNone/>
              <a:defRPr sz="4800">
                <a:solidFill>
                  <a:srgbClr val="002060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B43EEC8-99C2-C208-0D36-0528069912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40E568D-820F-19CA-F9A6-C00DE2B38C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18DCE58C-1C73-421E-B73C-9262A4CB94A8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C897F7F-97B9-6325-337E-6246BB11EF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034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light gre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rgbClr val="5B9AD4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rgbClr val="5B9AD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E50D82-41CA-D88C-F088-E38082E7A2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B079A9A8-D1B7-B08B-C437-16812F3EC22E}"/>
              </a:ext>
            </a:extLst>
          </p:cNvPr>
          <p:cNvGrpSpPr>
            <a:grpSpLocks noChangeAspect="1"/>
          </p:cNvGrpSpPr>
          <p:nvPr/>
        </p:nvGrpSpPr>
        <p:grpSpPr>
          <a:xfrm>
            <a:off x="8339799" y="1827920"/>
            <a:ext cx="3513965" cy="2957455"/>
            <a:chOff x="3983699" y="826530"/>
            <a:chExt cx="4908960" cy="4131523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D1BCE5E-2E20-7047-F8D8-9FF4E24D7FBF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BF5B240F-EC3A-EF97-F35E-D59A8342A98F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679B2DE5-8BFA-BD73-B1BC-F5781DA44CB7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AC8E3C67-FF93-C040-BBE9-F8691A928522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C7796A7-3FA9-695B-99C4-38251ECEE546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CE509A79-9B18-315B-54B6-ADE3A52E570D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5BF537E-47C0-B410-6F72-3D8C16E89E9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72626" y="2879294"/>
            <a:ext cx="1234108" cy="872731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>
                <a:solidFill>
                  <a:srgbClr val="002060"/>
                </a:solidFill>
                <a:latin typeface="+mn-lt"/>
              </a:defRPr>
            </a:lvl1pPr>
            <a:lvl2pPr marL="457200" indent="0">
              <a:buNone/>
              <a:defRPr sz="4800">
                <a:solidFill>
                  <a:srgbClr val="002060"/>
                </a:solidFill>
                <a:latin typeface="+mn-lt"/>
              </a:defRPr>
            </a:lvl2pPr>
            <a:lvl3pPr marL="914400" indent="0">
              <a:buNone/>
              <a:defRPr sz="4800">
                <a:solidFill>
                  <a:srgbClr val="002060"/>
                </a:solidFill>
                <a:latin typeface="+mn-lt"/>
              </a:defRPr>
            </a:lvl3pPr>
            <a:lvl4pPr marL="1371600" indent="0">
              <a:buNone/>
              <a:defRPr sz="4800">
                <a:solidFill>
                  <a:srgbClr val="002060"/>
                </a:solidFill>
                <a:latin typeface="+mn-lt"/>
              </a:defRPr>
            </a:lvl4pPr>
            <a:lvl5pPr marL="1828800" indent="0">
              <a:buNone/>
              <a:defRPr sz="4800">
                <a:solidFill>
                  <a:srgbClr val="002060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B96200D-AB88-BAE0-6DE7-990ED94F94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42F533C-66D6-68C1-268C-A1D59811E9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1D13D37F-F141-4762-9A89-3899A5567109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856ECB91-B539-8B17-B7E4-A426A969C1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856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CA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E50D82-41CA-D88C-F088-E38082E7A2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7D8A05A4-0CA3-B5C0-0442-05DD7B50CB25}"/>
              </a:ext>
            </a:extLst>
          </p:cNvPr>
          <p:cNvGrpSpPr>
            <a:grpSpLocks noChangeAspect="1"/>
          </p:cNvGrpSpPr>
          <p:nvPr/>
        </p:nvGrpSpPr>
        <p:grpSpPr>
          <a:xfrm>
            <a:off x="8339799" y="1827920"/>
            <a:ext cx="3513965" cy="2957455"/>
            <a:chOff x="3983699" y="826530"/>
            <a:chExt cx="4908960" cy="4131523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24182E2-76AD-1E8C-7267-C889300E41C4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2F431A87-4983-53B1-B9C1-D46E7C084A5B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3AF13BCC-CB71-3297-D308-551D91F1C0F0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11B2A555-3BE6-7CD1-B648-3B75A1C45280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22CF8C9E-F9FC-A4C0-CA9A-7C1938D954E4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57CB5C53-6064-878C-E2CF-2DA87D3B4EDE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CF30762-2E63-2CAB-37A2-E9DA27F33EA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72626" y="2879294"/>
            <a:ext cx="1234108" cy="872731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>
                <a:solidFill>
                  <a:srgbClr val="002060"/>
                </a:solidFill>
                <a:latin typeface="+mn-lt"/>
              </a:defRPr>
            </a:lvl1pPr>
            <a:lvl2pPr marL="457200" indent="0">
              <a:buNone/>
              <a:defRPr sz="4800">
                <a:solidFill>
                  <a:srgbClr val="002060"/>
                </a:solidFill>
                <a:latin typeface="+mn-lt"/>
              </a:defRPr>
            </a:lvl2pPr>
            <a:lvl3pPr marL="914400" indent="0">
              <a:buNone/>
              <a:defRPr sz="4800">
                <a:solidFill>
                  <a:srgbClr val="002060"/>
                </a:solidFill>
                <a:latin typeface="+mn-lt"/>
              </a:defRPr>
            </a:lvl3pPr>
            <a:lvl4pPr marL="1371600" indent="0">
              <a:buNone/>
              <a:defRPr sz="4800">
                <a:solidFill>
                  <a:srgbClr val="002060"/>
                </a:solidFill>
                <a:latin typeface="+mn-lt"/>
              </a:defRPr>
            </a:lvl4pPr>
            <a:lvl5pPr marL="1828800" indent="0">
              <a:buNone/>
              <a:defRPr sz="4800">
                <a:solidFill>
                  <a:srgbClr val="002060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A9308C8-2491-5169-31F9-7251D94F1C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13866D2-98F3-54C7-4B04-66ACCC3543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718EAD91-C7A7-43BE-9626-86EB50D90CC9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D3EC09C1-8C73-77A1-A6F9-4DDD82C182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- ligh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E50D82-41CA-D88C-F088-E38082E7A2F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5030080"/>
            <a:ext cx="3124200" cy="182792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144BBB38-6272-F85E-B301-2A774F3CBC94}"/>
              </a:ext>
            </a:extLst>
          </p:cNvPr>
          <p:cNvGrpSpPr>
            <a:grpSpLocks noChangeAspect="1"/>
          </p:cNvGrpSpPr>
          <p:nvPr/>
        </p:nvGrpSpPr>
        <p:grpSpPr>
          <a:xfrm>
            <a:off x="8339799" y="1827920"/>
            <a:ext cx="3513965" cy="2957455"/>
            <a:chOff x="3983699" y="826530"/>
            <a:chExt cx="4908960" cy="4131523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FDA98FFB-DE6F-6027-B686-71DFF0DFB391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E5A74651-325C-7F8F-D341-FCB97C7EB7D9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26CC3DEC-60D5-E630-1FE2-40B34F11C76A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DA2B35C-1D87-34E2-4ADC-AF7D390B058D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A5E7B090-AD54-79B5-800B-3B57716A2C4A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139E1DC3-7EFF-AE60-A93B-9412563B93A4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C459CCF-BCFA-09A6-E1CD-BF4DA2C5190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72626" y="2879294"/>
            <a:ext cx="1234108" cy="872731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>
                <a:solidFill>
                  <a:srgbClr val="002060"/>
                </a:solidFill>
                <a:latin typeface="+mn-lt"/>
              </a:defRPr>
            </a:lvl1pPr>
            <a:lvl2pPr marL="457200" indent="0">
              <a:buNone/>
              <a:defRPr sz="4800">
                <a:solidFill>
                  <a:srgbClr val="002060"/>
                </a:solidFill>
                <a:latin typeface="+mn-lt"/>
              </a:defRPr>
            </a:lvl2pPr>
            <a:lvl3pPr marL="914400" indent="0">
              <a:buNone/>
              <a:defRPr sz="4800">
                <a:solidFill>
                  <a:srgbClr val="002060"/>
                </a:solidFill>
                <a:latin typeface="+mn-lt"/>
              </a:defRPr>
            </a:lvl3pPr>
            <a:lvl4pPr marL="1371600" indent="0">
              <a:buNone/>
              <a:defRPr sz="4800">
                <a:solidFill>
                  <a:srgbClr val="002060"/>
                </a:solidFill>
                <a:latin typeface="+mn-lt"/>
              </a:defRPr>
            </a:lvl4pPr>
            <a:lvl5pPr marL="1828800" indent="0">
              <a:buNone/>
              <a:defRPr sz="4800">
                <a:solidFill>
                  <a:srgbClr val="002060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1890F64-8A12-D310-EDB1-9903B7EACA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37BAF79-DF0A-DEE1-008C-BD406A6F4E0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524625"/>
            <a:ext cx="4114800" cy="2635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3ED6C72-33BB-FC3B-6332-5CA0E926D9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0FA1B3F-1A8C-4D3F-BBCA-B09C65CDEC3B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9E8BBAC8-15A4-53BE-8385-1816EBE197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69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2837" y="1071418"/>
            <a:ext cx="1364297" cy="1740788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2"/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9153" y="3295278"/>
            <a:ext cx="1364297" cy="1690799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2"/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B4542-6F06-80F0-CEE1-1D1637459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72348" y="1071417"/>
            <a:ext cx="7261591" cy="391465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4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5D0C0A0-210C-93A6-4987-6887B29FE78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E14D66-9C84-C65C-5A8B-66EE3D4DCEF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F90315-1E26-486F-A0A0-A8043EF66AA3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5E0ED11D-8EAA-C207-6FC8-0D519BBDAC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227758"/>
            <a:ext cx="2281237" cy="54630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5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223923"/>
            <a:ext cx="2281237" cy="54630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0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300151"/>
            <a:ext cx="2281237" cy="54630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300151"/>
            <a:ext cx="2281237" cy="54630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Connecteur droit 31">
            <a:extLst>
              <a:ext uri="{FF2B5EF4-FFF2-40B4-BE49-F238E27FC236}">
                <a16:creationId xmlns:a16="http://schemas.microsoft.com/office/drawing/2014/main" id="{9979D80E-A60E-BF8A-B3A6-766A6FB2DC71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7BACE27F-2863-4E23-EF1F-C7750A93BC0D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992A8F1-9C2A-C69C-0741-08570F98BE9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6742EA4-4F81-4E59-B10D-18B1F6738F9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70E977A4-59F1-08FC-599B-4A004A60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C05AC16-84CE-0A6B-9159-276BBE5685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+ Subtitle + Image #1">
    <p:bg>
      <p:bgPr>
        <a:gradFill flip="none" rotWithShape="1">
          <a:gsLst>
            <a:gs pos="16000">
              <a:schemeClr val="bg1"/>
            </a:gs>
            <a:gs pos="0">
              <a:schemeClr val="bg1"/>
            </a:gs>
            <a:gs pos="74000">
              <a:schemeClr val="accent2"/>
            </a:gs>
            <a:gs pos="83000">
              <a:schemeClr val="accent2"/>
            </a:gs>
            <a:gs pos="100000">
              <a:schemeClr val="accent3">
                <a:lumMod val="20000"/>
                <a:lumOff val="8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8FD453C6-81FB-4347-CBBC-14D33EC7C6DD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23F09D-126D-76E9-5AA5-663D4DAA9CD2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2AC1785-2AF1-5D9E-7A13-DAADC6E5E363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DA493A02-3019-FAF3-A0E2-984266DAC96C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8" name="Freeform 3">
                  <a:extLst>
                    <a:ext uri="{FF2B5EF4-FFF2-40B4-BE49-F238E27FC236}">
                      <a16:creationId xmlns:a16="http://schemas.microsoft.com/office/drawing/2014/main" id="{6E2A5087-F602-1D4F-6D50-49E9884DD9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859BFFA-724C-7114-A42F-81826052B1F0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76616CB-0CF8-2B1C-DB70-73C69CAE1685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Arc partiel 26">
                <a:extLst>
                  <a:ext uri="{FF2B5EF4-FFF2-40B4-BE49-F238E27FC236}">
                    <a16:creationId xmlns:a16="http://schemas.microsoft.com/office/drawing/2014/main" id="{9D4F5F36-E2F6-F2BD-84F4-E4A3E0C9128D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9415CD-F981-6007-3456-E18ECB65E86E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C2B34-5D97-406A-A00E-2ED7446ED13B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F5192E-012A-6C40-D58F-4FF0045A590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6685B2-60AB-FAE1-70D5-9292E6F29B72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9EE0AA-FF9A-A4BE-B23E-B7314C685638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CAD89D10-3126-4D39-BDC4-7CB603B7DD2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51B30668-2D6C-20D4-D6DF-0852662944D0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166400" y="1084756"/>
            <a:ext cx="10187998" cy="621603"/>
          </a:xfrm>
        </p:spPr>
        <p:txBody>
          <a:bodyPr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i="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FD9CF0DE-B15A-FFC6-4F1F-8030D3F73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600"/>
            </a:lvl1pPr>
          </a:lstStyle>
          <a:p>
            <a:r>
              <a:rPr lang="en-US" dirty="0"/>
              <a:t>Title</a:t>
            </a:r>
            <a:endParaRPr lang="fr-FR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F979F75-3601-ADD5-E29C-87A3A695B6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E391A28E-80A0-5FA8-4160-53D590EA22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89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+ Subtitle + Image #1">
    <p:bg>
      <p:bgPr>
        <a:gradFill flip="none" rotWithShape="1">
          <a:gsLst>
            <a:gs pos="16000">
              <a:schemeClr val="bg1"/>
            </a:gs>
            <a:gs pos="0">
              <a:schemeClr val="bg1"/>
            </a:gs>
            <a:gs pos="74000">
              <a:schemeClr val="accent2"/>
            </a:gs>
            <a:gs pos="83000">
              <a:schemeClr val="accent2"/>
            </a:gs>
            <a:gs pos="100000">
              <a:schemeClr val="accent3">
                <a:lumMod val="20000"/>
                <a:lumOff val="8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B5627CB-1227-D9FE-7BA1-38C0697E70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" y="4382219"/>
            <a:ext cx="4611043" cy="2475782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74ABA3-B645-CEF1-A002-5CC5B5AB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57950"/>
            <a:ext cx="2743200" cy="2635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4E381E-9DFC-F9A3-1CD9-7292E8D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725" y="6457950"/>
            <a:ext cx="2743200" cy="263525"/>
          </a:xfrm>
        </p:spPr>
        <p:txBody>
          <a:bodyPr/>
          <a:lstStyle/>
          <a:p>
            <a:fld id="{CAD89D10-3126-4D39-BDC4-7CB603B7DD2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F979F75-3601-ADD5-E29C-87A3A695B6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66400" y="1774800"/>
            <a:ext cx="10188000" cy="4442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1pPr>
          </a:lstStyle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877541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ol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068734"/>
            <a:ext cx="904987" cy="905641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2" name="Connecteur droit 31">
            <a:extLst>
              <a:ext uri="{FF2B5EF4-FFF2-40B4-BE49-F238E27FC236}">
                <a16:creationId xmlns:a16="http://schemas.microsoft.com/office/drawing/2014/main" id="{D66E2F70-436C-E993-F05A-83948706F51F}"/>
              </a:ext>
            </a:extLst>
          </p:cNvPr>
          <p:cNvCxnSpPr/>
          <p:nvPr/>
        </p:nvCxnSpPr>
        <p:spPr>
          <a:xfrm>
            <a:off x="1192250" y="1074964"/>
            <a:ext cx="864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DE6536F-ACA1-C9BB-9420-32B897C2B1D4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6C22EDE-3D34-646A-5872-10BAEECBA22E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5521A12-3870-4481-9603-03433D06D448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21F9B0E-2EFA-8C52-07A6-9363C116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C843220A-FE80-5FD7-DF07-B08B39411C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5D0C0A0-210C-93A6-4987-6887B29FE78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E14D66-9C84-C65C-5A8B-66EE3D4DCEF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612CA51-C3F9-4C20-B846-0F3D9D1C8C5D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33FBC0D-649C-EACC-2CD0-23CD07162437}"/>
              </a:ext>
            </a:extLst>
          </p:cNvPr>
          <p:cNvSpPr txBox="1"/>
          <p:nvPr/>
        </p:nvSpPr>
        <p:spPr>
          <a:xfrm>
            <a:off x="3910436" y="1480169"/>
            <a:ext cx="7457243" cy="2071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1" baseline="0" dirty="0">
                <a:solidFill>
                  <a:schemeClr val="accent1">
                    <a:lumMod val="75000"/>
                  </a:schemeClr>
                </a:solidFill>
              </a:rPr>
              <a:t>Machinery should work for us </a:t>
            </a:r>
            <a:r>
              <a:rPr lang="en-US" sz="2000" b="0" i="1" baseline="0" dirty="0">
                <a:solidFill>
                  <a:schemeClr val="accent1">
                    <a:lumMod val="75000"/>
                  </a:schemeClr>
                </a:solidFill>
              </a:rPr>
              <a:t>in coal-mines, and do all sanitary services, and be the stoker of steamers, and clean the streets, and run messages on wet days, </a:t>
            </a:r>
            <a:r>
              <a:rPr lang="en-US" sz="2400" b="0" i="1" baseline="0" dirty="0">
                <a:solidFill>
                  <a:schemeClr val="accent1">
                    <a:lumMod val="75000"/>
                  </a:schemeClr>
                </a:solidFill>
              </a:rPr>
              <a:t>and do anything that is tedious or distressing.</a:t>
            </a:r>
            <a:endParaRPr lang="fr-FR" sz="2000" b="0" i="1" baseline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245C8B0-F35B-E083-219D-08815DC480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78" y="1927000"/>
            <a:ext cx="3263967" cy="45530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77AC8A5-0937-D04C-6B5B-01F841F3D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6588" y="5241936"/>
            <a:ext cx="3169328" cy="106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D0B4C63-7414-C0A2-10B1-4881DAF3D15C}"/>
              </a:ext>
            </a:extLst>
          </p:cNvPr>
          <p:cNvSpPr txBox="1"/>
          <p:nvPr/>
        </p:nvSpPr>
        <p:spPr>
          <a:xfrm>
            <a:off x="3228287" y="-74378"/>
            <a:ext cx="1521250" cy="17870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3900" b="1" kern="1200" dirty="0">
                <a:solidFill>
                  <a:schemeClr val="accent2"/>
                </a:solidFill>
                <a:latin typeface="Tenorite" pitchFamily="2" charset="0"/>
                <a:ea typeface="+mn-ea"/>
                <a:cs typeface="+mn-cs"/>
              </a:rPr>
              <a:t>“</a:t>
            </a:r>
            <a:endParaRPr lang="fr-FR" sz="23900" b="1" kern="1200" dirty="0">
              <a:solidFill>
                <a:schemeClr val="accent2"/>
              </a:solidFill>
              <a:latin typeface="Tenorite" pitchFamily="2" charset="0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A7C3D69-A8DB-4A4C-5040-F9B229BA83BE}"/>
              </a:ext>
            </a:extLst>
          </p:cNvPr>
          <p:cNvSpPr txBox="1"/>
          <p:nvPr/>
        </p:nvSpPr>
        <p:spPr>
          <a:xfrm>
            <a:off x="10691674" y="2988787"/>
            <a:ext cx="1500326" cy="19406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3900" b="1" kern="1200" dirty="0">
                <a:solidFill>
                  <a:schemeClr val="accent2"/>
                </a:solidFill>
                <a:latin typeface="Tenorite" pitchFamily="2" charset="0"/>
                <a:ea typeface="+mn-ea"/>
                <a:cs typeface="+mn-cs"/>
              </a:rPr>
              <a:t>”</a:t>
            </a:r>
          </a:p>
          <a:p>
            <a:endParaRPr lang="fr-FR" b="1" dirty="0">
              <a:latin typeface="Tenorite" panose="00000500000000000000" pitchFamily="2" charset="0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675012B6-50B8-5C4C-1DE8-CF70220DD0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78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- Thank you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F218849E-B836-6BD6-AA39-1D971B3EB02C}"/>
              </a:ext>
            </a:extLst>
          </p:cNvPr>
          <p:cNvGrpSpPr>
            <a:grpSpLocks noChangeAspect="1"/>
          </p:cNvGrpSpPr>
          <p:nvPr/>
        </p:nvGrpSpPr>
        <p:grpSpPr>
          <a:xfrm>
            <a:off x="3532337" y="1363238"/>
            <a:ext cx="4908960" cy="4131523"/>
            <a:chOff x="3983699" y="826530"/>
            <a:chExt cx="4908960" cy="413152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19F80E-C690-6745-386A-6753360911C3}"/>
                </a:ext>
              </a:extLst>
            </p:cNvPr>
            <p:cNvSpPr/>
            <p:nvPr/>
          </p:nvSpPr>
          <p:spPr>
            <a:xfrm rot="2024138">
              <a:off x="5252223" y="826530"/>
              <a:ext cx="1158353" cy="692499"/>
            </a:xfrm>
            <a:custGeom>
              <a:avLst/>
              <a:gdLst>
                <a:gd name="connsiteX0" fmla="*/ 0 w 2162882"/>
                <a:gd name="connsiteY0" fmla="*/ 0 h 691543"/>
                <a:gd name="connsiteX1" fmla="*/ 2162882 w 2162882"/>
                <a:gd name="connsiteY1" fmla="*/ 0 h 691543"/>
                <a:gd name="connsiteX2" fmla="*/ 2162882 w 2162882"/>
                <a:gd name="connsiteY2" fmla="*/ 691543 h 691543"/>
                <a:gd name="connsiteX3" fmla="*/ 0 w 2162882"/>
                <a:gd name="connsiteY3" fmla="*/ 691543 h 691543"/>
                <a:gd name="connsiteX4" fmla="*/ 0 w 2162882"/>
                <a:gd name="connsiteY4" fmla="*/ 0 h 691543"/>
                <a:gd name="connsiteX0" fmla="*/ 1004529 w 2162882"/>
                <a:gd name="connsiteY0" fmla="*/ 0 h 692343"/>
                <a:gd name="connsiteX1" fmla="*/ 2162882 w 2162882"/>
                <a:gd name="connsiteY1" fmla="*/ 800 h 692343"/>
                <a:gd name="connsiteX2" fmla="*/ 2162882 w 2162882"/>
                <a:gd name="connsiteY2" fmla="*/ 692343 h 692343"/>
                <a:gd name="connsiteX3" fmla="*/ 0 w 2162882"/>
                <a:gd name="connsiteY3" fmla="*/ 692343 h 692343"/>
                <a:gd name="connsiteX4" fmla="*/ 1004529 w 2162882"/>
                <a:gd name="connsiteY4" fmla="*/ 0 h 692343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1158353 w 1158353"/>
                <a:gd name="connsiteY2" fmla="*/ 692343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  <a:gd name="connsiteX0" fmla="*/ 0 w 1158353"/>
                <a:gd name="connsiteY0" fmla="*/ 0 h 692499"/>
                <a:gd name="connsiteX1" fmla="*/ 1158353 w 1158353"/>
                <a:gd name="connsiteY1" fmla="*/ 800 h 692499"/>
                <a:gd name="connsiteX2" fmla="*/ 845965 w 1158353"/>
                <a:gd name="connsiteY2" fmla="*/ 691931 h 692499"/>
                <a:gd name="connsiteX3" fmla="*/ 461648 w 1158353"/>
                <a:gd name="connsiteY3" fmla="*/ 692499 h 692499"/>
                <a:gd name="connsiteX4" fmla="*/ 0 w 1158353"/>
                <a:gd name="connsiteY4" fmla="*/ 0 h 6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8353" h="692499">
                  <a:moveTo>
                    <a:pt x="0" y="0"/>
                  </a:moveTo>
                  <a:lnTo>
                    <a:pt x="1158353" y="800"/>
                  </a:lnTo>
                  <a:lnTo>
                    <a:pt x="845965" y="691931"/>
                  </a:lnTo>
                  <a:lnTo>
                    <a:pt x="461648" y="69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D03D08-8A96-7A1E-1698-0CE290E2EBCC}"/>
                </a:ext>
              </a:extLst>
            </p:cNvPr>
            <p:cNvSpPr/>
            <p:nvPr/>
          </p:nvSpPr>
          <p:spPr>
            <a:xfrm rot="2021787">
              <a:off x="4427606" y="3216491"/>
              <a:ext cx="1827893" cy="692086"/>
            </a:xfrm>
            <a:custGeom>
              <a:avLst/>
              <a:gdLst>
                <a:gd name="connsiteX0" fmla="*/ 0 w 2098673"/>
                <a:gd name="connsiteY0" fmla="*/ 0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0 w 2098673"/>
                <a:gd name="connsiteY4" fmla="*/ 0 h 691543"/>
                <a:gd name="connsiteX0" fmla="*/ 495991 w 2098673"/>
                <a:gd name="connsiteY0" fmla="*/ 1266 h 691543"/>
                <a:gd name="connsiteX1" fmla="*/ 2098673 w 2098673"/>
                <a:gd name="connsiteY1" fmla="*/ 0 h 691543"/>
                <a:gd name="connsiteX2" fmla="*/ 2098673 w 2098673"/>
                <a:gd name="connsiteY2" fmla="*/ 691543 h 691543"/>
                <a:gd name="connsiteX3" fmla="*/ 0 w 2098673"/>
                <a:gd name="connsiteY3" fmla="*/ 691543 h 691543"/>
                <a:gd name="connsiteX4" fmla="*/ 495991 w 2098673"/>
                <a:gd name="connsiteY4" fmla="*/ 1266 h 691543"/>
                <a:gd name="connsiteX0" fmla="*/ 312389 w 1915071"/>
                <a:gd name="connsiteY0" fmla="*/ 1266 h 692183"/>
                <a:gd name="connsiteX1" fmla="*/ 1915071 w 1915071"/>
                <a:gd name="connsiteY1" fmla="*/ 0 h 692183"/>
                <a:gd name="connsiteX2" fmla="*/ 1915071 w 1915071"/>
                <a:gd name="connsiteY2" fmla="*/ 691543 h 692183"/>
                <a:gd name="connsiteX3" fmla="*/ 0 w 1915071"/>
                <a:gd name="connsiteY3" fmla="*/ 692183 h 692183"/>
                <a:gd name="connsiteX4" fmla="*/ 312389 w 1915071"/>
                <a:gd name="connsiteY4" fmla="*/ 1266 h 692183"/>
                <a:gd name="connsiteX0" fmla="*/ 312389 w 1915071"/>
                <a:gd name="connsiteY0" fmla="*/ 0 h 690917"/>
                <a:gd name="connsiteX1" fmla="*/ 1362943 w 1915071"/>
                <a:gd name="connsiteY1" fmla="*/ 557 h 690917"/>
                <a:gd name="connsiteX2" fmla="*/ 1915071 w 1915071"/>
                <a:gd name="connsiteY2" fmla="*/ 690277 h 690917"/>
                <a:gd name="connsiteX3" fmla="*/ 0 w 1915071"/>
                <a:gd name="connsiteY3" fmla="*/ 690917 h 690917"/>
                <a:gd name="connsiteX4" fmla="*/ 312389 w 1915071"/>
                <a:gd name="connsiteY4" fmla="*/ 0 h 690917"/>
                <a:gd name="connsiteX0" fmla="*/ 312389 w 1827893"/>
                <a:gd name="connsiteY0" fmla="*/ 0 h 690917"/>
                <a:gd name="connsiteX1" fmla="*/ 1362943 w 1827893"/>
                <a:gd name="connsiteY1" fmla="*/ 557 h 690917"/>
                <a:gd name="connsiteX2" fmla="*/ 1827893 w 1827893"/>
                <a:gd name="connsiteY2" fmla="*/ 688306 h 690917"/>
                <a:gd name="connsiteX3" fmla="*/ 0 w 1827893"/>
                <a:gd name="connsiteY3" fmla="*/ 690917 h 690917"/>
                <a:gd name="connsiteX4" fmla="*/ 312389 w 1827893"/>
                <a:gd name="connsiteY4" fmla="*/ 0 h 690917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0 w 1827893"/>
                <a:gd name="connsiteY4" fmla="*/ 692086 h 692086"/>
                <a:gd name="connsiteX5" fmla="*/ 312389 w 1827893"/>
                <a:gd name="connsiteY5" fmla="*/ 1169 h 692086"/>
                <a:gd name="connsiteX0" fmla="*/ 312389 w 1827893"/>
                <a:gd name="connsiteY0" fmla="*/ 1169 h 692086"/>
                <a:gd name="connsiteX1" fmla="*/ 1329544 w 1827893"/>
                <a:gd name="connsiteY1" fmla="*/ 0 h 692086"/>
                <a:gd name="connsiteX2" fmla="*/ 1362943 w 1827893"/>
                <a:gd name="connsiteY2" fmla="*/ 1726 h 692086"/>
                <a:gd name="connsiteX3" fmla="*/ 1827893 w 1827893"/>
                <a:gd name="connsiteY3" fmla="*/ 689475 h 692086"/>
                <a:gd name="connsiteX4" fmla="*/ 1772115 w 1827893"/>
                <a:gd name="connsiteY4" fmla="*/ 689450 h 692086"/>
                <a:gd name="connsiteX5" fmla="*/ 0 w 1827893"/>
                <a:gd name="connsiteY5" fmla="*/ 692086 h 692086"/>
                <a:gd name="connsiteX6" fmla="*/ 312389 w 1827893"/>
                <a:gd name="connsiteY6" fmla="*/ 1169 h 69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7893" h="692086">
                  <a:moveTo>
                    <a:pt x="312389" y="1169"/>
                  </a:moveTo>
                  <a:lnTo>
                    <a:pt x="1329544" y="0"/>
                  </a:lnTo>
                  <a:lnTo>
                    <a:pt x="1362943" y="1726"/>
                  </a:lnTo>
                  <a:lnTo>
                    <a:pt x="1827893" y="689475"/>
                  </a:lnTo>
                  <a:cubicBezTo>
                    <a:pt x="1812382" y="688365"/>
                    <a:pt x="1787626" y="690560"/>
                    <a:pt x="1772115" y="689450"/>
                  </a:cubicBezTo>
                  <a:lnTo>
                    <a:pt x="0" y="692086"/>
                  </a:lnTo>
                  <a:lnTo>
                    <a:pt x="312389" y="1169"/>
                  </a:lnTo>
                  <a:close/>
                </a:path>
              </a:pathLst>
            </a:custGeom>
            <a:solidFill>
              <a:srgbClr val="FB840D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A51C7E-AF77-93A8-EA35-D31304767B22}"/>
                </a:ext>
              </a:extLst>
            </p:cNvPr>
            <p:cNvSpPr/>
            <p:nvPr/>
          </p:nvSpPr>
          <p:spPr>
            <a:xfrm rot="19676693">
              <a:off x="3983699" y="1926384"/>
              <a:ext cx="2927349" cy="695083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0 w 2927349"/>
                <a:gd name="connsiteY0" fmla="*/ 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0 w 2927349"/>
                <a:gd name="connsiteY4" fmla="*/ 0 h 693191"/>
                <a:gd name="connsiteX0" fmla="*/ 450049 w 2927349"/>
                <a:gd name="connsiteY0" fmla="*/ 3672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50049 w 2927349"/>
                <a:gd name="connsiteY4" fmla="*/ 3672 h 693191"/>
                <a:gd name="connsiteX0" fmla="*/ 437430 w 2927349"/>
                <a:gd name="connsiteY0" fmla="*/ 1389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37430 w 2927349"/>
                <a:gd name="connsiteY4" fmla="*/ 1389 h 693191"/>
                <a:gd name="connsiteX0" fmla="*/ 426830 w 2927349"/>
                <a:gd name="connsiteY0" fmla="*/ 370 h 693191"/>
                <a:gd name="connsiteX1" fmla="*/ 2927349 w 2927349"/>
                <a:gd name="connsiteY1" fmla="*/ 0 h 693191"/>
                <a:gd name="connsiteX2" fmla="*/ 2499257 w 2927349"/>
                <a:gd name="connsiteY2" fmla="*/ 693191 h 693191"/>
                <a:gd name="connsiteX3" fmla="*/ 0 w 2927349"/>
                <a:gd name="connsiteY3" fmla="*/ 691543 h 693191"/>
                <a:gd name="connsiteX4" fmla="*/ 426830 w 2927349"/>
                <a:gd name="connsiteY4" fmla="*/ 370 h 693191"/>
                <a:gd name="connsiteX0" fmla="*/ 436676 w 2927349"/>
                <a:gd name="connsiteY0" fmla="*/ 0 h 695083"/>
                <a:gd name="connsiteX1" fmla="*/ 2927349 w 2927349"/>
                <a:gd name="connsiteY1" fmla="*/ 1892 h 695083"/>
                <a:gd name="connsiteX2" fmla="*/ 2499257 w 2927349"/>
                <a:gd name="connsiteY2" fmla="*/ 695083 h 695083"/>
                <a:gd name="connsiteX3" fmla="*/ 0 w 2927349"/>
                <a:gd name="connsiteY3" fmla="*/ 693435 h 695083"/>
                <a:gd name="connsiteX4" fmla="*/ 436676 w 2927349"/>
                <a:gd name="connsiteY4" fmla="*/ 0 h 69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5083">
                  <a:moveTo>
                    <a:pt x="436676" y="0"/>
                  </a:moveTo>
                  <a:lnTo>
                    <a:pt x="2927349" y="1892"/>
                  </a:lnTo>
                  <a:lnTo>
                    <a:pt x="2499257" y="695083"/>
                  </a:lnTo>
                  <a:lnTo>
                    <a:pt x="0" y="693435"/>
                  </a:lnTo>
                  <a:lnTo>
                    <a:pt x="436676" y="0"/>
                  </a:lnTo>
                  <a:close/>
                </a:path>
              </a:pathLst>
            </a:custGeom>
            <a:solidFill>
              <a:srgbClr val="FCA81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C1EEEC-12B3-D63D-2639-C56769155700}"/>
                </a:ext>
              </a:extLst>
            </p:cNvPr>
            <p:cNvSpPr/>
            <p:nvPr/>
          </p:nvSpPr>
          <p:spPr>
            <a:xfrm rot="2016965">
              <a:off x="6663074" y="1877245"/>
              <a:ext cx="1777105" cy="692134"/>
            </a:xfrm>
            <a:custGeom>
              <a:avLst/>
              <a:gdLst>
                <a:gd name="connsiteX0" fmla="*/ 0 w 1777105"/>
                <a:gd name="connsiteY0" fmla="*/ 0 h 691543"/>
                <a:gd name="connsiteX1" fmla="*/ 1777105 w 1777105"/>
                <a:gd name="connsiteY1" fmla="*/ 0 h 691543"/>
                <a:gd name="connsiteX2" fmla="*/ 1777105 w 1777105"/>
                <a:gd name="connsiteY2" fmla="*/ 691543 h 691543"/>
                <a:gd name="connsiteX3" fmla="*/ 0 w 1777105"/>
                <a:gd name="connsiteY3" fmla="*/ 691543 h 691543"/>
                <a:gd name="connsiteX4" fmla="*/ 0 w 1777105"/>
                <a:gd name="connsiteY4" fmla="*/ 0 h 691543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777105 w 1777105"/>
                <a:gd name="connsiteY2" fmla="*/ 691543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  <a:gd name="connsiteX0" fmla="*/ 0 w 1777105"/>
                <a:gd name="connsiteY0" fmla="*/ 0 h 692134"/>
                <a:gd name="connsiteX1" fmla="*/ 1777105 w 1777105"/>
                <a:gd name="connsiteY1" fmla="*/ 0 h 692134"/>
                <a:gd name="connsiteX2" fmla="*/ 1468906 w 1777105"/>
                <a:gd name="connsiteY2" fmla="*/ 686742 h 692134"/>
                <a:gd name="connsiteX3" fmla="*/ 457904 w 1777105"/>
                <a:gd name="connsiteY3" fmla="*/ 692134 h 692134"/>
                <a:gd name="connsiteX4" fmla="*/ 0 w 1777105"/>
                <a:gd name="connsiteY4" fmla="*/ 0 h 69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7105" h="692134">
                  <a:moveTo>
                    <a:pt x="0" y="0"/>
                  </a:moveTo>
                  <a:lnTo>
                    <a:pt x="1777105" y="0"/>
                  </a:lnTo>
                  <a:lnTo>
                    <a:pt x="1468906" y="686742"/>
                  </a:lnTo>
                  <a:lnTo>
                    <a:pt x="457904" y="692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911BF1-D27C-C8D7-E8D3-DA529C123CC1}"/>
                </a:ext>
              </a:extLst>
            </p:cNvPr>
            <p:cNvSpPr/>
            <p:nvPr/>
          </p:nvSpPr>
          <p:spPr>
            <a:xfrm rot="2019687">
              <a:off x="6471409" y="4264812"/>
              <a:ext cx="1179047" cy="693241"/>
            </a:xfrm>
            <a:custGeom>
              <a:avLst/>
              <a:gdLst>
                <a:gd name="connsiteX0" fmla="*/ 0 w 1438599"/>
                <a:gd name="connsiteY0" fmla="*/ 0 h 691543"/>
                <a:gd name="connsiteX1" fmla="*/ 1438599 w 1438599"/>
                <a:gd name="connsiteY1" fmla="*/ 0 h 691543"/>
                <a:gd name="connsiteX2" fmla="*/ 1438599 w 1438599"/>
                <a:gd name="connsiteY2" fmla="*/ 691543 h 691543"/>
                <a:gd name="connsiteX3" fmla="*/ 0 w 1438599"/>
                <a:gd name="connsiteY3" fmla="*/ 691543 h 691543"/>
                <a:gd name="connsiteX4" fmla="*/ 0 w 1438599"/>
                <a:gd name="connsiteY4" fmla="*/ 0 h 691543"/>
                <a:gd name="connsiteX0" fmla="*/ 305784 w 1438599"/>
                <a:gd name="connsiteY0" fmla="*/ 0 h 692050"/>
                <a:gd name="connsiteX1" fmla="*/ 1438599 w 1438599"/>
                <a:gd name="connsiteY1" fmla="*/ 507 h 692050"/>
                <a:gd name="connsiteX2" fmla="*/ 1438599 w 1438599"/>
                <a:gd name="connsiteY2" fmla="*/ 692050 h 692050"/>
                <a:gd name="connsiteX3" fmla="*/ 0 w 1438599"/>
                <a:gd name="connsiteY3" fmla="*/ 692050 h 692050"/>
                <a:gd name="connsiteX4" fmla="*/ 305784 w 1438599"/>
                <a:gd name="connsiteY4" fmla="*/ 0 h 692050"/>
                <a:gd name="connsiteX0" fmla="*/ 305784 w 1438599"/>
                <a:gd name="connsiteY0" fmla="*/ 0 h 693241"/>
                <a:gd name="connsiteX1" fmla="*/ 1438599 w 1438599"/>
                <a:gd name="connsiteY1" fmla="*/ 507 h 693241"/>
                <a:gd name="connsiteX2" fmla="*/ 1179047 w 1438599"/>
                <a:gd name="connsiteY2" fmla="*/ 693241 h 693241"/>
                <a:gd name="connsiteX3" fmla="*/ 0 w 1438599"/>
                <a:gd name="connsiteY3" fmla="*/ 692050 h 693241"/>
                <a:gd name="connsiteX4" fmla="*/ 305784 w 1438599"/>
                <a:gd name="connsiteY4" fmla="*/ 0 h 693241"/>
                <a:gd name="connsiteX0" fmla="*/ 305784 w 1179047"/>
                <a:gd name="connsiteY0" fmla="*/ 0 h 693241"/>
                <a:gd name="connsiteX1" fmla="*/ 717398 w 1179047"/>
                <a:gd name="connsiteY1" fmla="*/ 147 h 693241"/>
                <a:gd name="connsiteX2" fmla="*/ 1179047 w 1179047"/>
                <a:gd name="connsiteY2" fmla="*/ 693241 h 693241"/>
                <a:gd name="connsiteX3" fmla="*/ 0 w 1179047"/>
                <a:gd name="connsiteY3" fmla="*/ 692050 h 693241"/>
                <a:gd name="connsiteX4" fmla="*/ 305784 w 1179047"/>
                <a:gd name="connsiteY4" fmla="*/ 0 h 69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9047" h="693241">
                  <a:moveTo>
                    <a:pt x="305784" y="0"/>
                  </a:moveTo>
                  <a:lnTo>
                    <a:pt x="717398" y="147"/>
                  </a:lnTo>
                  <a:lnTo>
                    <a:pt x="1179047" y="693241"/>
                  </a:lnTo>
                  <a:lnTo>
                    <a:pt x="0" y="692050"/>
                  </a:lnTo>
                  <a:lnTo>
                    <a:pt x="30578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5404AE-6D23-7A8D-6B92-BAFAE153B336}"/>
                </a:ext>
              </a:extLst>
            </p:cNvPr>
            <p:cNvSpPr/>
            <p:nvPr/>
          </p:nvSpPr>
          <p:spPr>
            <a:xfrm rot="19656865">
              <a:off x="5965310" y="3151919"/>
              <a:ext cx="2927349" cy="691652"/>
            </a:xfrm>
            <a:custGeom>
              <a:avLst/>
              <a:gdLst>
                <a:gd name="connsiteX0" fmla="*/ 0 w 2927349"/>
                <a:gd name="connsiteY0" fmla="*/ 0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0 w 2927349"/>
                <a:gd name="connsiteY4" fmla="*/ 0 h 691543"/>
                <a:gd name="connsiteX0" fmla="*/ 435403 w 2927349"/>
                <a:gd name="connsiteY0" fmla="*/ 2638 h 691543"/>
                <a:gd name="connsiteX1" fmla="*/ 2927349 w 2927349"/>
                <a:gd name="connsiteY1" fmla="*/ 0 h 691543"/>
                <a:gd name="connsiteX2" fmla="*/ 2927349 w 2927349"/>
                <a:gd name="connsiteY2" fmla="*/ 691543 h 691543"/>
                <a:gd name="connsiteX3" fmla="*/ 0 w 2927349"/>
                <a:gd name="connsiteY3" fmla="*/ 691543 h 691543"/>
                <a:gd name="connsiteX4" fmla="*/ 435403 w 2927349"/>
                <a:gd name="connsiteY4" fmla="*/ 2638 h 691543"/>
                <a:gd name="connsiteX0" fmla="*/ 435403 w 2927349"/>
                <a:gd name="connsiteY0" fmla="*/ 2638 h 691652"/>
                <a:gd name="connsiteX1" fmla="*/ 2927349 w 2927349"/>
                <a:gd name="connsiteY1" fmla="*/ 0 h 691652"/>
                <a:gd name="connsiteX2" fmla="*/ 2487384 w 2927349"/>
                <a:gd name="connsiteY2" fmla="*/ 691652 h 691652"/>
                <a:gd name="connsiteX3" fmla="*/ 0 w 2927349"/>
                <a:gd name="connsiteY3" fmla="*/ 691543 h 691652"/>
                <a:gd name="connsiteX4" fmla="*/ 435403 w 2927349"/>
                <a:gd name="connsiteY4" fmla="*/ 2638 h 69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7349" h="691652">
                  <a:moveTo>
                    <a:pt x="435403" y="2638"/>
                  </a:moveTo>
                  <a:lnTo>
                    <a:pt x="2927349" y="0"/>
                  </a:lnTo>
                  <a:lnTo>
                    <a:pt x="2487384" y="691652"/>
                  </a:lnTo>
                  <a:lnTo>
                    <a:pt x="0" y="691543"/>
                  </a:lnTo>
                  <a:lnTo>
                    <a:pt x="435403" y="2638"/>
                  </a:lnTo>
                  <a:close/>
                </a:path>
              </a:pathLst>
            </a:custGeom>
            <a:solidFill>
              <a:srgbClr val="5B9AD4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0B4A074A-613E-69F3-BF66-36E8CE3880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3950" y="2569257"/>
            <a:ext cx="2320324" cy="1619771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solidFill>
                  <a:srgbClr val="5B9AD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2778437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+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024747D-C8B3-1A8C-ED92-DB8DBC0E7C6E}"/>
              </a:ext>
            </a:extLst>
          </p:cNvPr>
          <p:cNvSpPr/>
          <p:nvPr/>
        </p:nvSpPr>
        <p:spPr>
          <a:xfrm>
            <a:off x="1158002" y="4842768"/>
            <a:ext cx="8103512" cy="1804967"/>
          </a:xfrm>
          <a:prstGeom prst="rect">
            <a:avLst/>
          </a:prstGeom>
          <a:noFill/>
          <a:ln>
            <a:solidFill>
              <a:srgbClr val="DA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1832574"/>
            <a:ext cx="8062232" cy="2917860"/>
          </a:xfrm>
          <a:ln>
            <a:solidFill>
              <a:srgbClr val="DAE5EF"/>
            </a:solidFill>
          </a:ln>
          <a:effectLst/>
        </p:spPr>
        <p:txBody>
          <a:bodyPr anchor="t" anchorCtr="0">
            <a:normAutofit/>
          </a:bodyPr>
          <a:lstStyle>
            <a:lvl1pPr marL="0" indent="0" algn="l">
              <a:buNone/>
              <a:defRPr sz="16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9623394" y="0"/>
            <a:ext cx="256860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52549"/>
            <a:ext cx="8257357" cy="874915"/>
          </a:xfrm>
        </p:spPr>
        <p:txBody>
          <a:bodyPr anchor="ctr">
            <a:noAutofit/>
          </a:bodyPr>
          <a:lstStyle>
            <a:lvl1pPr algn="l">
              <a:defRPr sz="3600" b="1">
                <a:latin typeface="+mj-lt"/>
              </a:defRPr>
            </a:lvl1pPr>
          </a:lstStyle>
          <a:p>
            <a:r>
              <a:rPr lang="en-US" dirty="0" err="1"/>
              <a:t>Titre</a:t>
            </a:r>
            <a:r>
              <a:rPr lang="en-US" dirty="0"/>
              <a:t> de la formation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F3FA450-7E2A-D341-84B6-048057DB83CE}"/>
              </a:ext>
            </a:extLst>
          </p:cNvPr>
          <p:cNvGrpSpPr>
            <a:grpSpLocks noChangeAspect="1"/>
          </p:cNvGrpSpPr>
          <p:nvPr/>
        </p:nvGrpSpPr>
        <p:grpSpPr>
          <a:xfrm>
            <a:off x="-491081" y="-436480"/>
            <a:ext cx="1682388" cy="1308950"/>
            <a:chOff x="-1014731" y="4148137"/>
            <a:chExt cx="3482976" cy="27098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196B1-4E62-FB98-7293-5B16208EDA3F}"/>
                </a:ext>
              </a:extLst>
            </p:cNvPr>
            <p:cNvSpPr/>
            <p:nvPr/>
          </p:nvSpPr>
          <p:spPr>
            <a:xfrm>
              <a:off x="676731" y="6215003"/>
              <a:ext cx="257125" cy="5064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D6BA65A-B962-7796-6DB0-7A3B1EA6649E}"/>
                </a:ext>
              </a:extLst>
            </p:cNvPr>
            <p:cNvGrpSpPr/>
            <p:nvPr/>
          </p:nvGrpSpPr>
          <p:grpSpPr>
            <a:xfrm>
              <a:off x="-1014731" y="4148137"/>
              <a:ext cx="3482976" cy="2709863"/>
              <a:chOff x="-4746625" y="3772285"/>
              <a:chExt cx="3482976" cy="1775961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DB8CBD8E-6AC7-834C-FE4C-6DA5258BC180}"/>
                  </a:ext>
                </a:extLst>
              </p:cNvPr>
              <p:cNvGrpSpPr/>
              <p:nvPr/>
            </p:nvGrpSpPr>
            <p:grpSpPr>
              <a:xfrm>
                <a:off x="-3732231" y="4361347"/>
                <a:ext cx="2468582" cy="1082875"/>
                <a:chOff x="-3732231" y="4361347"/>
                <a:chExt cx="2468582" cy="1082875"/>
              </a:xfrm>
            </p:grpSpPr>
            <p:sp>
              <p:nvSpPr>
                <p:cNvPr id="25" name="Freeform 3">
                  <a:extLst>
                    <a:ext uri="{FF2B5EF4-FFF2-40B4-BE49-F238E27FC236}">
                      <a16:creationId xmlns:a16="http://schemas.microsoft.com/office/drawing/2014/main" id="{620D6660-A107-F35E-E043-6AE2257D39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-2615108" y="4056360"/>
                  <a:ext cx="1046471" cy="1656446"/>
                </a:xfrm>
                <a:custGeom>
                  <a:avLst/>
                  <a:gdLst>
                    <a:gd name="connsiteX0" fmla="*/ 0 w 1167493"/>
                    <a:gd name="connsiteY0" fmla="*/ 0 h 1167493"/>
                    <a:gd name="connsiteX1" fmla="*/ 1167493 w 1167493"/>
                    <a:gd name="connsiteY1" fmla="*/ 0 h 1167493"/>
                    <a:gd name="connsiteX2" fmla="*/ 0 w 1167493"/>
                    <a:gd name="connsiteY2" fmla="*/ 1167493 h 1167493"/>
                    <a:gd name="connsiteX3" fmla="*/ 0 w 1167493"/>
                    <a:gd name="connsiteY3" fmla="*/ 0 h 116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493" h="1167493">
                      <a:moveTo>
                        <a:pt x="0" y="0"/>
                      </a:moveTo>
                      <a:lnTo>
                        <a:pt x="1167493" y="0"/>
                      </a:lnTo>
                      <a:cubicBezTo>
                        <a:pt x="522704" y="0"/>
                        <a:pt x="0" y="522704"/>
                        <a:pt x="0" y="11674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5198D87-696C-0772-B31E-4515BA595979}"/>
                    </a:ext>
                  </a:extLst>
                </p:cNvPr>
                <p:cNvSpPr/>
                <p:nvPr/>
              </p:nvSpPr>
              <p:spPr>
                <a:xfrm>
                  <a:off x="-3036994" y="5079898"/>
                  <a:ext cx="219975" cy="3643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B924624-A166-90FF-AB75-957EB616A14D}"/>
                    </a:ext>
                  </a:extLst>
                </p:cNvPr>
                <p:cNvSpPr/>
                <p:nvPr/>
              </p:nvSpPr>
              <p:spPr>
                <a:xfrm>
                  <a:off x="-3732231" y="4363442"/>
                  <a:ext cx="812135" cy="29904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4" name="Arc partiel 23">
                <a:extLst>
                  <a:ext uri="{FF2B5EF4-FFF2-40B4-BE49-F238E27FC236}">
                    <a16:creationId xmlns:a16="http://schemas.microsoft.com/office/drawing/2014/main" id="{717BD5F8-BCA2-A83B-FB71-18655B3B35F0}"/>
                  </a:ext>
                </a:extLst>
              </p:cNvPr>
              <p:cNvSpPr/>
              <p:nvPr/>
            </p:nvSpPr>
            <p:spPr>
              <a:xfrm>
                <a:off x="-4746625" y="3772285"/>
                <a:ext cx="2028789" cy="1775961"/>
              </a:xfrm>
              <a:prstGeom prst="pie">
                <a:avLst>
                  <a:gd name="adj1" fmla="val 0"/>
                  <a:gd name="adj2" fmla="val 53979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C0A3B7-8C27-8F25-03C2-DABB174AC70B}"/>
                </a:ext>
              </a:extLst>
            </p:cNvPr>
            <p:cNvSpPr/>
            <p:nvPr/>
          </p:nvSpPr>
          <p:spPr>
            <a:xfrm>
              <a:off x="0" y="5269576"/>
              <a:ext cx="1728788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1BA80-CC55-DD98-E441-338821ACEDDD}"/>
                </a:ext>
              </a:extLst>
            </p:cNvPr>
            <p:cNvSpPr/>
            <p:nvPr/>
          </p:nvSpPr>
          <p:spPr>
            <a:xfrm>
              <a:off x="0" y="5667627"/>
              <a:ext cx="1167492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0410A4-2CAE-172B-A65F-E5C8B3567F1C}"/>
                </a:ext>
              </a:extLst>
            </p:cNvPr>
            <p:cNvSpPr/>
            <p:nvPr/>
          </p:nvSpPr>
          <p:spPr>
            <a:xfrm>
              <a:off x="0" y="6065678"/>
              <a:ext cx="93385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0CE798-B5D4-9E9C-3658-D94517F644DA}"/>
                </a:ext>
              </a:extLst>
            </p:cNvPr>
            <p:cNvSpPr/>
            <p:nvPr/>
          </p:nvSpPr>
          <p:spPr>
            <a:xfrm>
              <a:off x="0" y="6463729"/>
              <a:ext cx="712616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85000225-56DD-FCF4-BB24-470722E5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34E1717-E718-CA57-EDC8-02934115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79A8C-CCD8-484F-B0FB-EAF7EBD9C4C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DD60EA-C352-7FB8-15DE-0B309C400B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6371" y="1200150"/>
            <a:ext cx="2186553" cy="474345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C1ED7A5-0609-AA1C-D41B-48AB1D10EC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7019" y="5135200"/>
            <a:ext cx="2574000" cy="589325"/>
          </a:xfrm>
        </p:spPr>
        <p:txBody>
          <a:bodyPr>
            <a:normAutofit/>
          </a:bodyPr>
          <a:lstStyle>
            <a:lvl1pPr>
              <a:defRPr sz="12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29" name="Espace réservé du contenu 28">
            <a:extLst>
              <a:ext uri="{FF2B5EF4-FFF2-40B4-BE49-F238E27FC236}">
                <a16:creationId xmlns:a16="http://schemas.microsoft.com/office/drawing/2014/main" id="{E3FE3424-8A51-01EB-A776-39FFAA96F5B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95961" y="1706818"/>
            <a:ext cx="4036761" cy="274400"/>
          </a:xfrm>
          <a:gradFill flip="none" rotWithShape="1">
            <a:gsLst>
              <a:gs pos="100000">
                <a:srgbClr val="FFF0CC"/>
              </a:gs>
              <a:gs pos="62000">
                <a:srgbClr val="FFF0CC"/>
              </a:gs>
              <a:gs pos="0">
                <a:schemeClr val="bg1"/>
              </a:gs>
            </a:gsLst>
            <a:lin ang="0" scaled="1"/>
            <a:tileRect/>
          </a:gradFill>
        </p:spPr>
        <p:txBody>
          <a:bodyPr rIns="90000">
            <a:noAutofit/>
          </a:bodyPr>
          <a:lstStyle>
            <a:lvl1pPr algn="r">
              <a:defRPr sz="1200"/>
            </a:lvl1pPr>
          </a:lstStyle>
          <a:p>
            <a:pPr lvl="0"/>
            <a:r>
              <a:rPr lang="fr-FR" dirty="0"/>
              <a:t>Nom du parcours de formation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AF580855-F994-A0F3-6A74-E9C3B363D9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67525" y="5135200"/>
            <a:ext cx="2382790" cy="589324"/>
          </a:xfrm>
        </p:spPr>
        <p:txBody>
          <a:bodyPr>
            <a:normAutofit/>
          </a:bodyPr>
          <a:lstStyle>
            <a:lvl1pPr>
              <a:defRPr sz="12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EA6B64B4-7E4A-B17A-5E55-7333EE21CC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67526" y="6063825"/>
            <a:ext cx="2382790" cy="513380"/>
          </a:xfrm>
        </p:spPr>
        <p:txBody>
          <a:bodyPr>
            <a:noAutofit/>
          </a:bodyPr>
          <a:lstStyle>
            <a:lvl1pPr>
              <a:defRPr sz="12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8" name="Espace réservé du texte 37">
            <a:extLst>
              <a:ext uri="{FF2B5EF4-FFF2-40B4-BE49-F238E27FC236}">
                <a16:creationId xmlns:a16="http://schemas.microsoft.com/office/drawing/2014/main" id="{94D3B062-988F-C689-8147-3982FF403C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7019" y="6063825"/>
            <a:ext cx="2572849" cy="541763"/>
          </a:xfrm>
        </p:spPr>
        <p:txBody>
          <a:bodyPr>
            <a:normAutofit/>
          </a:bodyPr>
          <a:lstStyle>
            <a:lvl1pPr>
              <a:defRPr sz="12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66055FE-83C7-C802-4AE6-BD10B26802A3}"/>
              </a:ext>
            </a:extLst>
          </p:cNvPr>
          <p:cNvSpPr txBox="1"/>
          <p:nvPr/>
        </p:nvSpPr>
        <p:spPr>
          <a:xfrm>
            <a:off x="5197726" y="1432464"/>
            <a:ext cx="4036761" cy="276999"/>
          </a:xfrm>
          <a:prstGeom prst="rect">
            <a:avLst/>
          </a:prstGeom>
          <a:gradFill flip="none" rotWithShape="1">
            <a:gsLst>
              <a:gs pos="100000">
                <a:srgbClr val="FFF0CC"/>
              </a:gs>
              <a:gs pos="62000">
                <a:srgbClr val="FFF0CC"/>
              </a:gs>
              <a:gs pos="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fr-FR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Formation issue du parcours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BB771FA-FAA0-0A6F-49D5-2EB183BDA109}"/>
              </a:ext>
            </a:extLst>
          </p:cNvPr>
          <p:cNvSpPr txBox="1"/>
          <p:nvPr/>
        </p:nvSpPr>
        <p:spPr>
          <a:xfrm>
            <a:off x="1162730" y="1432464"/>
            <a:ext cx="4036761" cy="400110"/>
          </a:xfrm>
          <a:prstGeom prst="rect">
            <a:avLst/>
          </a:prstGeom>
          <a:gradFill flip="none" rotWithShape="1">
            <a:gsLst>
              <a:gs pos="0">
                <a:srgbClr val="DAE5EF"/>
              </a:gs>
              <a:gs pos="35000">
                <a:srgbClr val="DAE5EF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pPr algn="l"/>
            <a:r>
              <a:rPr lang="fr-FR" sz="2000" dirty="0">
                <a:latin typeface="+mn-lt"/>
                <a:cs typeface="Poppins Light" panose="00000400000000000000" pitchFamily="2" charset="0"/>
              </a:rPr>
              <a:t>Programme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CE9582E-0AF0-78D6-219E-69DBCC2EB9EF}"/>
              </a:ext>
            </a:extLst>
          </p:cNvPr>
          <p:cNvSpPr txBox="1"/>
          <p:nvPr/>
        </p:nvSpPr>
        <p:spPr>
          <a:xfrm>
            <a:off x="1177019" y="4858201"/>
            <a:ext cx="2202500" cy="276999"/>
          </a:xfrm>
          <a:prstGeom prst="rect">
            <a:avLst/>
          </a:prstGeom>
          <a:gradFill flip="none" rotWithShape="1">
            <a:gsLst>
              <a:gs pos="0">
                <a:srgbClr val="DAE5EF"/>
              </a:gs>
              <a:gs pos="35000">
                <a:srgbClr val="DAE5EF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sz="1200" dirty="0"/>
              <a:t>Public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666B430-5C8C-28BC-F5EA-4E0E85DFFF4D}"/>
              </a:ext>
            </a:extLst>
          </p:cNvPr>
          <p:cNvSpPr txBox="1"/>
          <p:nvPr/>
        </p:nvSpPr>
        <p:spPr>
          <a:xfrm>
            <a:off x="6677467" y="4858201"/>
            <a:ext cx="2574000" cy="276999"/>
          </a:xfrm>
          <a:prstGeom prst="rect">
            <a:avLst/>
          </a:prstGeom>
          <a:gradFill flip="none" rotWithShape="1">
            <a:gsLst>
              <a:gs pos="100000">
                <a:srgbClr val="FFF0CC"/>
              </a:gs>
              <a:gs pos="57000">
                <a:srgbClr val="FFF0CC"/>
              </a:gs>
              <a:gs pos="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cs typeface="Poppins Light" panose="00000400000000000000" pitchFamily="2" charset="0"/>
              </a:defRPr>
            </a:lvl1pPr>
          </a:lstStyle>
          <a:p>
            <a:pPr lvl="0" algn="r"/>
            <a:r>
              <a:rPr lang="fr-FR" sz="1200" dirty="0"/>
              <a:t>Moyens pédagogiques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5E676C2-F7C6-5749-E442-9957B39FEDE7}"/>
              </a:ext>
            </a:extLst>
          </p:cNvPr>
          <p:cNvSpPr txBox="1"/>
          <p:nvPr/>
        </p:nvSpPr>
        <p:spPr>
          <a:xfrm>
            <a:off x="1177019" y="5786826"/>
            <a:ext cx="2202500" cy="276999"/>
          </a:xfrm>
          <a:prstGeom prst="rect">
            <a:avLst/>
          </a:prstGeom>
          <a:gradFill flip="none" rotWithShape="1">
            <a:gsLst>
              <a:gs pos="0">
                <a:srgbClr val="DAE5EF"/>
              </a:gs>
              <a:gs pos="35000">
                <a:srgbClr val="DAE5EF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 sz="1200" dirty="0"/>
              <a:t>Prérequis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CED3769B-C14D-AB52-32AE-AC293CF742BC}"/>
              </a:ext>
            </a:extLst>
          </p:cNvPr>
          <p:cNvSpPr txBox="1"/>
          <p:nvPr/>
        </p:nvSpPr>
        <p:spPr>
          <a:xfrm>
            <a:off x="6677467" y="5786826"/>
            <a:ext cx="2572848" cy="276999"/>
          </a:xfrm>
          <a:prstGeom prst="rect">
            <a:avLst/>
          </a:prstGeom>
          <a:gradFill flip="none" rotWithShape="1">
            <a:gsLst>
              <a:gs pos="100000">
                <a:srgbClr val="FFF0CC"/>
              </a:gs>
              <a:gs pos="65000">
                <a:srgbClr val="FFF0CC"/>
              </a:gs>
              <a:gs pos="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cs typeface="Poppins Light" panose="00000400000000000000" pitchFamily="2" charset="0"/>
              </a:defRPr>
            </a:lvl1pPr>
          </a:lstStyle>
          <a:p>
            <a:pPr lvl="0" algn="r"/>
            <a:r>
              <a:rPr lang="fr-FR" sz="1200" dirty="0"/>
              <a:t>Compétences acquises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D12FDAF8-2CF2-63CD-64BF-20E0757B16E8}"/>
              </a:ext>
            </a:extLst>
          </p:cNvPr>
          <p:cNvCxnSpPr/>
          <p:nvPr/>
        </p:nvCxnSpPr>
        <p:spPr>
          <a:xfrm>
            <a:off x="2971800" y="6368247"/>
            <a:ext cx="3895725" cy="0"/>
          </a:xfrm>
          <a:prstGeom prst="straightConnector1">
            <a:avLst/>
          </a:prstGeom>
          <a:ln w="53975">
            <a:gradFill flip="none" rotWithShape="1">
              <a:gsLst>
                <a:gs pos="0">
                  <a:srgbClr val="DAE5EF"/>
                </a:gs>
                <a:gs pos="100000">
                  <a:srgbClr val="FFF0CC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9BCD50C2-93BF-24FE-AD72-941AAF67E4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0077" y="6154716"/>
            <a:ext cx="1402636" cy="472357"/>
          </a:xfrm>
          <a:prstGeom prst="round2DiagRect">
            <a:avLst/>
          </a:prstGeom>
          <a:solidFill>
            <a:schemeClr val="bg1">
              <a:alpha val="74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anchor="ctr">
            <a:noAutofit/>
          </a:bodyPr>
          <a:lstStyle>
            <a:lvl1pPr algn="ctr"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dirty="0"/>
              <a:t>Durée et localisation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746BCFF3-20A1-983C-0CC0-01699E54B1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6373" y="148684"/>
            <a:ext cx="2263456" cy="5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2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399" y="219600"/>
            <a:ext cx="8510400" cy="835200"/>
          </a:xfrm>
          <a:prstGeom prst="rect">
            <a:avLst/>
          </a:prstGeom>
        </p:spPr>
        <p:txBody>
          <a:bodyPr vert="horz" lIns="72000" tIns="45720" rIns="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6400" y="1774800"/>
            <a:ext cx="10188000" cy="4442400"/>
          </a:xfrm>
          <a:prstGeom prst="rect">
            <a:avLst/>
          </a:prstGeom>
        </p:spPr>
        <p:txBody>
          <a:bodyPr vert="horz" lIns="72000" tIns="45720" rIns="0" bIns="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600" y="6524625"/>
            <a:ext cx="2743200" cy="263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9725" y="6524625"/>
            <a:ext cx="2743200" cy="263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6" r:id="rId3"/>
    <p:sldLayoutId id="2147483666" r:id="rId4"/>
    <p:sldLayoutId id="2147483674" r:id="rId5"/>
    <p:sldLayoutId id="2147483691" r:id="rId6"/>
    <p:sldLayoutId id="2147483692" r:id="rId7"/>
    <p:sldLayoutId id="2147483660" r:id="rId8"/>
    <p:sldLayoutId id="2147483682" r:id="rId9"/>
    <p:sldLayoutId id="2147483679" r:id="rId10"/>
    <p:sldLayoutId id="2147483677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3" r:id="rId20"/>
    <p:sldLayoutId id="2147483694" r:id="rId21"/>
    <p:sldLayoutId id="2147483695" r:id="rId22"/>
    <p:sldLayoutId id="2147483696" r:id="rId23"/>
    <p:sldLayoutId id="2147483699" r:id="rId24"/>
    <p:sldLayoutId id="2147483700" r:id="rId25"/>
    <p:sldLayoutId id="2147483697" r:id="rId26"/>
    <p:sldLayoutId id="2147483698" r:id="rId27"/>
    <p:sldLayoutId id="2147483650" r:id="rId28"/>
    <p:sldLayoutId id="2147483701" r:id="rId29"/>
    <p:sldLayoutId id="2147483665" r:id="rId30"/>
    <p:sldLayoutId id="2147483702" r:id="rId31"/>
    <p:sldLayoutId id="2147483667" r:id="rId32"/>
    <p:sldLayoutId id="2147483703" r:id="rId33"/>
    <p:sldLayoutId id="2147483663" r:id="rId34"/>
    <p:sldLayoutId id="2147483704" r:id="rId35"/>
    <p:sldLayoutId id="2147483651" r:id="rId36"/>
    <p:sldLayoutId id="2147483705" r:id="rId37"/>
    <p:sldLayoutId id="2147483659" r:id="rId38"/>
    <p:sldLayoutId id="2147483671" r:id="rId39"/>
    <p:sldLayoutId id="2147483670" r:id="rId40"/>
    <p:sldLayoutId id="2147483669" r:id="rId41"/>
    <p:sldLayoutId id="2147483672" r:id="rId42"/>
    <p:sldLayoutId id="2147483654" r:id="rId43"/>
    <p:sldLayoutId id="2147483658" r:id="rId44"/>
    <p:sldLayoutId id="2147483708" r:id="rId45"/>
    <p:sldLayoutId id="2147483709" r:id="rId46"/>
    <p:sldLayoutId id="2147483662" r:id="rId47"/>
    <p:sldLayoutId id="2147483707" r:id="rId48"/>
    <p:sldLayoutId id="2147483673" r:id="rId49"/>
    <p:sldLayoutId id="2147483706" r:id="rId5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5A803-A5B8-B5F0-4C4F-087DCE3AB5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6B9E9E-80A7-E81D-CD3A-DE79E9AE7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32478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n Behalf AI_.thmx_updated_03-04-2023">
  <a:themeElements>
    <a:clrScheme name="On Behalf AI">
      <a:dk1>
        <a:srgbClr val="1C244B"/>
      </a:dk1>
      <a:lt1>
        <a:srgbClr val="FFFFFF"/>
      </a:lt1>
      <a:dk2>
        <a:srgbClr val="44546A"/>
      </a:dk2>
      <a:lt2>
        <a:srgbClr val="F3F5F8"/>
      </a:lt2>
      <a:accent1>
        <a:srgbClr val="2F5597"/>
      </a:accent1>
      <a:accent2>
        <a:srgbClr val="DAE5EF"/>
      </a:accent2>
      <a:accent3>
        <a:srgbClr val="5B9AD4"/>
      </a:accent3>
      <a:accent4>
        <a:srgbClr val="FB840D"/>
      </a:accent4>
      <a:accent5>
        <a:srgbClr val="FCA810"/>
      </a:accent5>
      <a:accent6>
        <a:srgbClr val="FEB501"/>
      </a:accent6>
      <a:hlink>
        <a:srgbClr val="0563C1"/>
      </a:hlink>
      <a:folHlink>
        <a:srgbClr val="954F72"/>
      </a:folHlink>
    </a:clrScheme>
    <a:fontScheme name="On Behalf AI - updated 03-04-2024">
      <a:majorFont>
        <a:latin typeface="Poppins Medium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On Behalf AI_.thmx_updated_03-04-2023" id="{40C6C1C3-8276-445A-95AE-1D646D87F67D}" vid="{87D0A6CF-96F5-4442-A7CC-58D090C965A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AE3B22D7365045A2920A2ADDBDB260" ma:contentTypeVersion="12" ma:contentTypeDescription="Create a new document." ma:contentTypeScope="" ma:versionID="67726e06bfdd534ba3eea66bc5721570">
  <xsd:schema xmlns:xsd="http://www.w3.org/2001/XMLSchema" xmlns:xs="http://www.w3.org/2001/XMLSchema" xmlns:p="http://schemas.microsoft.com/office/2006/metadata/properties" xmlns:ns2="6a9d38f6-faab-469a-838e-62fb953bcf3f" xmlns:ns3="68c5ae72-7e54-4ec1-b63d-f0347a7235b3" targetNamespace="http://schemas.microsoft.com/office/2006/metadata/properties" ma:root="true" ma:fieldsID="47c52baafcaa232edb1ebb7a210d5bf2" ns2:_="" ns3:_="">
    <xsd:import namespace="6a9d38f6-faab-469a-838e-62fb953bcf3f"/>
    <xsd:import namespace="68c5ae72-7e54-4ec1-b63d-f0347a7235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9d38f6-faab-469a-838e-62fb953bcf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3bdb4a9-d56e-49b1-aa9f-aed33a5cd1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c5ae72-7e54-4ec1-b63d-f0347a7235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a18108-cb34-43df-8f8b-6abcf303c0ff}" ma:internalName="TaxCatchAll" ma:showField="CatchAllData" ma:web="68c5ae72-7e54-4ec1-b63d-f0347a7235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9d38f6-faab-469a-838e-62fb953bcf3f">
      <Terms xmlns="http://schemas.microsoft.com/office/infopath/2007/PartnerControls"/>
    </lcf76f155ced4ddcb4097134ff3c332f>
    <TaxCatchAll xmlns="68c5ae72-7e54-4ec1-b63d-f0347a7235b3" xsi:nil="true"/>
  </documentManagement>
</p:properties>
</file>

<file path=customXml/itemProps1.xml><?xml version="1.0" encoding="utf-8"?>
<ds:datastoreItem xmlns:ds="http://schemas.openxmlformats.org/officeDocument/2006/customXml" ds:itemID="{79799401-3BBA-403C-A49F-D48BEE5A4543}"/>
</file>

<file path=customXml/itemProps2.xml><?xml version="1.0" encoding="utf-8"?>
<ds:datastoreItem xmlns:ds="http://schemas.openxmlformats.org/officeDocument/2006/customXml" ds:itemID="{DC43BE36-E980-4C07-9DB9-F58C1A369D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AD93D0-1E2D-469D-9156-DEB901BB4B9A}">
  <ds:schemaRefs>
    <ds:schemaRef ds:uri="http://schemas.microsoft.com/office/infopath/2007/PartnerControls"/>
    <ds:schemaRef ds:uri="http://schemas.openxmlformats.org/package/2006/metadata/core-properties"/>
    <ds:schemaRef ds:uri="3b937266-99b7-48f8-ab22-5970794e1f0a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34a43d55-499d-4798-8530-9c1e7f4b339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Theme On Behalf AI_.thmx_updated_03-04-2023</Template>
  <TotalTime>23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Poppins Light</vt:lpstr>
      <vt:lpstr>Poppins Medium</vt:lpstr>
      <vt:lpstr>Tenorite</vt:lpstr>
      <vt:lpstr>Theme On Behalf AI_.thmx_updated_03-04-2023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Damien Juillard</dc:creator>
  <cp:lastModifiedBy>Damien Juillard</cp:lastModifiedBy>
  <cp:revision>1</cp:revision>
  <dcterms:created xsi:type="dcterms:W3CDTF">2024-04-18T14:42:40Z</dcterms:created>
  <dcterms:modified xsi:type="dcterms:W3CDTF">2024-04-18T15:05:52Z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0x010100CBAE3B22D7365045A2920A2ADDBDB260</vt:lpwstr>
  </property>
</Properties>
</file>